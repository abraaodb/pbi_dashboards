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4" r:id="rId2"/>
  </p:sldMasterIdLst>
  <p:notesMasterIdLst>
    <p:notesMasterId r:id="rId14"/>
  </p:notesMasterIdLst>
  <p:sldIdLst>
    <p:sldId id="373" r:id="rId3"/>
    <p:sldId id="377" r:id="rId4"/>
    <p:sldId id="371" r:id="rId5"/>
    <p:sldId id="374" r:id="rId6"/>
    <p:sldId id="378" r:id="rId7"/>
    <p:sldId id="375" r:id="rId8"/>
    <p:sldId id="376" r:id="rId9"/>
    <p:sldId id="369" r:id="rId10"/>
    <p:sldId id="368" r:id="rId11"/>
    <p:sldId id="334" r:id="rId12"/>
    <p:sldId id="342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tor Malschitzky" initials="VM" lastIdx="15" clrIdx="0">
    <p:extLst>
      <p:ext uri="{19B8F6BF-5375-455C-9EA6-DF929625EA0E}">
        <p15:presenceInfo xmlns:p15="http://schemas.microsoft.com/office/powerpoint/2012/main" userId="8cc8eb146c14c0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FF00"/>
    <a:srgbClr val="004B46"/>
    <a:srgbClr val="00C8AF"/>
    <a:srgbClr val="007D73"/>
    <a:srgbClr val="C83200"/>
    <a:srgbClr val="E4ECFC"/>
    <a:srgbClr val="623CEA"/>
    <a:srgbClr val="8B57FF"/>
    <a:srgbClr val="F6F6F6"/>
    <a:srgbClr val="71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>
        <p:scale>
          <a:sx n="75" d="100"/>
          <a:sy n="75" d="100"/>
        </p:scale>
        <p:origin x="101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2" d="100"/>
        <a:sy n="14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B6760-25FD-452F-A327-D0C219C9B708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22756-EFC7-4145-8FE6-F550B5657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16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22756-EFC7-4145-8FE6-F550B5657C7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0311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C4011-ACEF-489F-8C2C-DBFF0B38F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A3A54A-3E39-48C9-96B6-01652EFD8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14CD25-635F-4A5A-8D9C-F23578AC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559CFE-E77D-4B29-B9D7-0F49007D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743A0E-F845-4F65-AD8F-75569157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62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53C9F-D80D-4D51-B582-85958663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53C707-6A4A-4349-A7B4-64EA234E9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7B8219-451F-49EE-9037-9B6536CE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31F47E-E5FB-4A31-8104-2B494D65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88226A-0E4E-4740-B3F4-1A1ABC54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4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7CDAF-A1D5-4ABD-955B-4E16C6D38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52F733-E412-47CC-8552-CE96B7F9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57361F-9E7B-4BF2-A256-2BBDF046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6A877D-315E-40F2-97EF-96329AC9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4ACFF6-0291-435A-AEE6-01EBE73E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40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7B6D2-9999-48E5-8C35-45261EE1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5CE2EE-D409-4879-AFD6-5F866BAE8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4BD19B-A9DB-47A5-AFE9-FB6C1E8C8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27359A-A25D-4553-B6A7-0AE6451E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BA94CD-081D-4265-BFBF-6CEAFF3C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28AD58-CA90-4426-8888-F7333FBC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33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0C083-0C11-4F80-B036-D16D8ADF0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5B96F9-F13E-4CBC-B82F-D9D5BCA52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D007FE-0B12-4ECE-8DB3-36DFF29F5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C22B96-D6FF-4629-83F7-E19540A8E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462F86-1FAA-4552-8D64-2CB2DF6EC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D0385C-A5A8-4F84-8FC2-B69D1B78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DE968A-4922-4F42-B042-5F03CB33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AFA965-5064-413E-926A-A87EF90C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64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514BF-B8B9-4772-B295-7D5F97BE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D83555-B322-4787-99B1-0C16CBC4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CDDD28-2749-439B-A072-7F97E1FF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0DB404-4BAD-4C3A-A3FF-ADFFC3B6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10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FC2B77-0732-4C9B-8D28-4FB16F85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E3C9B5-A214-40A1-8B33-8F5CB5044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474588-352F-48AD-84F5-1C813539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37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A43DF-58A6-48FA-A2C5-F14A441A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5C831D-979B-4828-8E86-82DE8F41E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0DE9EF-B21F-469C-A394-5A221B3AA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013F8C-9CBF-4C27-89B7-E64A4D42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A058DB-3CDE-4179-962E-EA93C314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756EA1-FA6C-49D6-837C-9C691730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75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B62D0-218C-4BE0-B2DF-849FA985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68C4B4-6F98-4BD8-BA86-B9F256803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948BA6-19FE-42F1-98A7-DA7E485D1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AF69A2-CD58-4BD4-BAB4-BC6390D6B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1F372D-6CE2-4B30-A71C-2075AB25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B54E70-C402-4027-9ED9-91AD619B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21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80DE9-D994-427E-A16A-E7E8770A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23F38C-861A-495C-9DE0-781B12AC1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FDD34B-8474-4002-8C8E-E2A3D9CE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3DEA07-3CF0-4657-82A6-EE591F747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B2C0FB-0029-4BB4-991B-BA939C3B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33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4DDD3A-FF3E-4265-986E-0E9244CF4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C2B48F-4048-42A7-A8E0-1EAADF79D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27AEAD-5E36-4F86-8A14-DE5692D8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46B118-C1CC-4E22-9414-68A9C74AF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E50A2B-5F9E-4BA9-83E3-15A85D96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829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842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7021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9306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0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180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100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425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0535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2006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83431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57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BBD1C93-9E8C-40C8-87B4-7F09CA52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2DA44C-5887-4736-857E-08B147ED2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4D134-F236-4A47-8552-8F232F256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6F90A-42AD-4C2E-900C-A24368ECB301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F48821-BA49-4A26-98EF-5F0E4CDEA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986C67-407C-4B84-A23A-DE0BF3C13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82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4DCD8-F276-491F-85B4-8A2C95DAFE9D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CBD9C-9B81-40E4-A74E-8BA679AA3F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282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D617637-D4DC-02C9-26A4-E63D409138DF}"/>
              </a:ext>
            </a:extLst>
          </p:cNvPr>
          <p:cNvSpPr/>
          <p:nvPr/>
        </p:nvSpPr>
        <p:spPr>
          <a:xfrm>
            <a:off x="1" y="0"/>
            <a:ext cx="12192000" cy="6858001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A8AFE6"/>
              </a:gs>
              <a:gs pos="0">
                <a:srgbClr val="9AA3E2"/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CFD9F91-0C24-0B18-5B89-B340EBA9FEA4}"/>
              </a:ext>
            </a:extLst>
          </p:cNvPr>
          <p:cNvSpPr/>
          <p:nvPr/>
        </p:nvSpPr>
        <p:spPr>
          <a:xfrm flipH="1">
            <a:off x="304292" y="278787"/>
            <a:ext cx="11496548" cy="6285186"/>
          </a:xfrm>
          <a:prstGeom prst="roundRect">
            <a:avLst>
              <a:gd name="adj" fmla="val 17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78" name="Retângulo: Cantos Arredondados 177">
            <a:extLst>
              <a:ext uri="{FF2B5EF4-FFF2-40B4-BE49-F238E27FC236}">
                <a16:creationId xmlns:a16="http://schemas.microsoft.com/office/drawing/2014/main" id="{5CBA837F-B316-4916-821D-4BF224067E99}"/>
              </a:ext>
            </a:extLst>
          </p:cNvPr>
          <p:cNvSpPr/>
          <p:nvPr/>
        </p:nvSpPr>
        <p:spPr>
          <a:xfrm>
            <a:off x="1186998" y="974237"/>
            <a:ext cx="1564218" cy="882000"/>
          </a:xfrm>
          <a:prstGeom prst="roundRect">
            <a:avLst>
              <a:gd name="adj" fmla="val 8333"/>
            </a:avLst>
          </a:prstGeom>
          <a:solidFill>
            <a:srgbClr val="7133FF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3" name="Retângulo: Cantos Arredondados 182">
            <a:extLst>
              <a:ext uri="{FF2B5EF4-FFF2-40B4-BE49-F238E27FC236}">
                <a16:creationId xmlns:a16="http://schemas.microsoft.com/office/drawing/2014/main" id="{C13F852F-51F9-451A-B124-65C60037757B}"/>
              </a:ext>
            </a:extLst>
          </p:cNvPr>
          <p:cNvSpPr/>
          <p:nvPr/>
        </p:nvSpPr>
        <p:spPr>
          <a:xfrm>
            <a:off x="2959641" y="972442"/>
            <a:ext cx="5397433" cy="3104285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177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A9CC412E-A2DA-4A77-9D4D-B96D6AEA0261}"/>
              </a:ext>
            </a:extLst>
          </p:cNvPr>
          <p:cNvSpPr/>
          <p:nvPr/>
        </p:nvSpPr>
        <p:spPr>
          <a:xfrm>
            <a:off x="304292" y="278787"/>
            <a:ext cx="674281" cy="6285186"/>
          </a:xfrm>
          <a:prstGeom prst="roundRect">
            <a:avLst>
              <a:gd name="adj" fmla="val 16034"/>
            </a:avLst>
          </a:prstGeom>
          <a:solidFill>
            <a:srgbClr val="623CE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6" name="Retângulo: Cantos Arredondados 185">
            <a:extLst>
              <a:ext uri="{FF2B5EF4-FFF2-40B4-BE49-F238E27FC236}">
                <a16:creationId xmlns:a16="http://schemas.microsoft.com/office/drawing/2014/main" id="{FA9AA816-9B55-46FB-AC4D-0AF86D080E57}"/>
              </a:ext>
            </a:extLst>
          </p:cNvPr>
          <p:cNvSpPr/>
          <p:nvPr/>
        </p:nvSpPr>
        <p:spPr>
          <a:xfrm>
            <a:off x="8565500" y="972442"/>
            <a:ext cx="2994160" cy="3104285"/>
          </a:xfrm>
          <a:prstGeom prst="roundRect">
            <a:avLst>
              <a:gd name="adj" fmla="val 2685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177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47FBDFA1-570A-A80E-11C1-FF43BB809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72" y="2705876"/>
            <a:ext cx="327647" cy="327647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DD2519CB-0EA7-5254-FA38-7B465209B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335" y="3726157"/>
            <a:ext cx="399729" cy="399729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D5012F1A-89DB-AD44-F23F-4DDD46FDE2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218" y="3271442"/>
            <a:ext cx="302553" cy="30255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C68601E3-91B5-2249-3215-16EC56DC48AE}"/>
              </a:ext>
            </a:extLst>
          </p:cNvPr>
          <p:cNvSpPr txBox="1"/>
          <p:nvPr/>
        </p:nvSpPr>
        <p:spPr>
          <a:xfrm>
            <a:off x="1158419" y="462791"/>
            <a:ext cx="26079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 E A L   x   M E T A</a:t>
            </a: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D2A78EA0-EF1B-7791-0DA8-4B60EE8490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065298" y="553608"/>
            <a:ext cx="494362" cy="278514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5269202-0FC6-2174-C464-3AA5BEBE5A71}"/>
              </a:ext>
            </a:extLst>
          </p:cNvPr>
          <p:cNvSpPr/>
          <p:nvPr/>
        </p:nvSpPr>
        <p:spPr>
          <a:xfrm>
            <a:off x="1186998" y="2084482"/>
            <a:ext cx="1564218" cy="882000"/>
          </a:xfrm>
          <a:prstGeom prst="roundRect">
            <a:avLst>
              <a:gd name="adj" fmla="val 8333"/>
            </a:avLst>
          </a:prstGeom>
          <a:solidFill>
            <a:srgbClr val="7133FF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7F2C03F-EB0A-CB08-7A14-2348FAA103A3}"/>
              </a:ext>
            </a:extLst>
          </p:cNvPr>
          <p:cNvSpPr/>
          <p:nvPr/>
        </p:nvSpPr>
        <p:spPr>
          <a:xfrm>
            <a:off x="1186998" y="3194727"/>
            <a:ext cx="1564218" cy="882000"/>
          </a:xfrm>
          <a:prstGeom prst="roundRect">
            <a:avLst>
              <a:gd name="adj" fmla="val 8333"/>
            </a:avLst>
          </a:prstGeom>
          <a:solidFill>
            <a:srgbClr val="7133FF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FF6052-92A5-00E3-AA56-73E97946DB26}"/>
              </a:ext>
            </a:extLst>
          </p:cNvPr>
          <p:cNvSpPr/>
          <p:nvPr/>
        </p:nvSpPr>
        <p:spPr>
          <a:xfrm>
            <a:off x="1186998" y="4304972"/>
            <a:ext cx="1564218" cy="882000"/>
          </a:xfrm>
          <a:prstGeom prst="roundRect">
            <a:avLst>
              <a:gd name="adj" fmla="val 8333"/>
            </a:avLst>
          </a:prstGeom>
          <a:solidFill>
            <a:srgbClr val="7133FF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1251C6D-29D8-7B2F-4B4C-1024DF4586C2}"/>
              </a:ext>
            </a:extLst>
          </p:cNvPr>
          <p:cNvSpPr/>
          <p:nvPr/>
        </p:nvSpPr>
        <p:spPr>
          <a:xfrm>
            <a:off x="1186998" y="5415217"/>
            <a:ext cx="1564218" cy="882000"/>
          </a:xfrm>
          <a:prstGeom prst="roundRect">
            <a:avLst>
              <a:gd name="adj" fmla="val 8333"/>
            </a:avLst>
          </a:prstGeom>
          <a:solidFill>
            <a:srgbClr val="7133FF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A79FB36-834D-7269-731A-8A8925639F41}"/>
              </a:ext>
            </a:extLst>
          </p:cNvPr>
          <p:cNvSpPr/>
          <p:nvPr/>
        </p:nvSpPr>
        <p:spPr>
          <a:xfrm>
            <a:off x="2959641" y="4307412"/>
            <a:ext cx="8600019" cy="1989805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177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4075308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E280-0A4F-D44C-7992-50741A2A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712F151-1CDF-CFE0-7617-3B295EA445C7}"/>
              </a:ext>
            </a:extLst>
          </p:cNvPr>
          <p:cNvSpPr/>
          <p:nvPr/>
        </p:nvSpPr>
        <p:spPr>
          <a:xfrm>
            <a:off x="1" y="0"/>
            <a:ext cx="12192000" cy="6858001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0C8AF"/>
              </a:gs>
              <a:gs pos="0">
                <a:srgbClr val="AFFF00"/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3EA01B6-6A6B-9FCE-1273-5B2E853CB3C5}"/>
              </a:ext>
            </a:extLst>
          </p:cNvPr>
          <p:cNvSpPr/>
          <p:nvPr/>
        </p:nvSpPr>
        <p:spPr>
          <a:xfrm flipH="1">
            <a:off x="304292" y="278787"/>
            <a:ext cx="11496548" cy="6285186"/>
          </a:xfrm>
          <a:prstGeom prst="roundRect">
            <a:avLst>
              <a:gd name="adj" fmla="val 17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78" name="Retângulo: Cantos Arredondados 177">
            <a:extLst>
              <a:ext uri="{FF2B5EF4-FFF2-40B4-BE49-F238E27FC236}">
                <a16:creationId xmlns:a16="http://schemas.microsoft.com/office/drawing/2014/main" id="{EF660C03-B35C-8EF8-3DFF-5B7CB38AE844}"/>
              </a:ext>
            </a:extLst>
          </p:cNvPr>
          <p:cNvSpPr/>
          <p:nvPr/>
        </p:nvSpPr>
        <p:spPr>
          <a:xfrm>
            <a:off x="1186998" y="974237"/>
            <a:ext cx="1564218" cy="882000"/>
          </a:xfrm>
          <a:prstGeom prst="roundRect">
            <a:avLst>
              <a:gd name="adj" fmla="val 8333"/>
            </a:avLst>
          </a:prstGeom>
          <a:solidFill>
            <a:srgbClr val="007D73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3" name="Retângulo: Cantos Arredondados 182">
            <a:extLst>
              <a:ext uri="{FF2B5EF4-FFF2-40B4-BE49-F238E27FC236}">
                <a16:creationId xmlns:a16="http://schemas.microsoft.com/office/drawing/2014/main" id="{76227426-857F-F127-5320-14FB6EA2214C}"/>
              </a:ext>
            </a:extLst>
          </p:cNvPr>
          <p:cNvSpPr/>
          <p:nvPr/>
        </p:nvSpPr>
        <p:spPr>
          <a:xfrm>
            <a:off x="2959641" y="972442"/>
            <a:ext cx="5397433" cy="3104285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177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BAEA5290-59C2-BAF9-40BA-00A6214947B3}"/>
              </a:ext>
            </a:extLst>
          </p:cNvPr>
          <p:cNvSpPr/>
          <p:nvPr/>
        </p:nvSpPr>
        <p:spPr>
          <a:xfrm>
            <a:off x="304292" y="278787"/>
            <a:ext cx="674281" cy="6285186"/>
          </a:xfrm>
          <a:prstGeom prst="roundRect">
            <a:avLst>
              <a:gd name="adj" fmla="val 16034"/>
            </a:avLst>
          </a:prstGeom>
          <a:solidFill>
            <a:srgbClr val="007D73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6" name="Retângulo: Cantos Arredondados 185">
            <a:extLst>
              <a:ext uri="{FF2B5EF4-FFF2-40B4-BE49-F238E27FC236}">
                <a16:creationId xmlns:a16="http://schemas.microsoft.com/office/drawing/2014/main" id="{ED638EF6-4755-5C74-49F3-29018458583A}"/>
              </a:ext>
            </a:extLst>
          </p:cNvPr>
          <p:cNvSpPr/>
          <p:nvPr/>
        </p:nvSpPr>
        <p:spPr>
          <a:xfrm>
            <a:off x="8565500" y="972442"/>
            <a:ext cx="2994160" cy="3104285"/>
          </a:xfrm>
          <a:prstGeom prst="roundRect">
            <a:avLst>
              <a:gd name="adj" fmla="val 2685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177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59B0EFC9-8602-A37C-B2A3-2F82DB08B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72" y="2705876"/>
            <a:ext cx="327647" cy="327647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4EF1C8F8-D33B-465E-08C7-6AEB0F878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335" y="3726157"/>
            <a:ext cx="399729" cy="399729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FDCB330B-6F37-48C4-8FDB-8F2C3DFA35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218" y="3271442"/>
            <a:ext cx="302553" cy="30255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6A99C100-7020-433B-609D-5F1BDF1DA38B}"/>
              </a:ext>
            </a:extLst>
          </p:cNvPr>
          <p:cNvSpPr txBox="1"/>
          <p:nvPr/>
        </p:nvSpPr>
        <p:spPr>
          <a:xfrm>
            <a:off x="1158419" y="462791"/>
            <a:ext cx="26079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ANÁLISE DE VENDAS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C60B5AA-6573-D8BB-97BB-BD15103A4A5E}"/>
              </a:ext>
            </a:extLst>
          </p:cNvPr>
          <p:cNvSpPr/>
          <p:nvPr/>
        </p:nvSpPr>
        <p:spPr>
          <a:xfrm>
            <a:off x="1186998" y="2084482"/>
            <a:ext cx="1564218" cy="882000"/>
          </a:xfrm>
          <a:prstGeom prst="roundRect">
            <a:avLst>
              <a:gd name="adj" fmla="val 8333"/>
            </a:avLst>
          </a:prstGeom>
          <a:solidFill>
            <a:srgbClr val="007D73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0504BE6-6282-91F6-DCE0-E7179E970D0E}"/>
              </a:ext>
            </a:extLst>
          </p:cNvPr>
          <p:cNvSpPr/>
          <p:nvPr/>
        </p:nvSpPr>
        <p:spPr>
          <a:xfrm>
            <a:off x="1186998" y="3194727"/>
            <a:ext cx="1564218" cy="882000"/>
          </a:xfrm>
          <a:prstGeom prst="roundRect">
            <a:avLst>
              <a:gd name="adj" fmla="val 8333"/>
            </a:avLst>
          </a:prstGeom>
          <a:solidFill>
            <a:srgbClr val="007D73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25F37D8-D655-AE6A-A20A-DD99F30FB361}"/>
              </a:ext>
            </a:extLst>
          </p:cNvPr>
          <p:cNvSpPr/>
          <p:nvPr/>
        </p:nvSpPr>
        <p:spPr>
          <a:xfrm>
            <a:off x="1186998" y="4304972"/>
            <a:ext cx="1564218" cy="882000"/>
          </a:xfrm>
          <a:prstGeom prst="roundRect">
            <a:avLst>
              <a:gd name="adj" fmla="val 8333"/>
            </a:avLst>
          </a:prstGeom>
          <a:solidFill>
            <a:srgbClr val="007D73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042D492-8AC1-A1C2-62E5-2E6CAE376831}"/>
              </a:ext>
            </a:extLst>
          </p:cNvPr>
          <p:cNvSpPr/>
          <p:nvPr/>
        </p:nvSpPr>
        <p:spPr>
          <a:xfrm>
            <a:off x="1186998" y="5415217"/>
            <a:ext cx="1564218" cy="882000"/>
          </a:xfrm>
          <a:prstGeom prst="roundRect">
            <a:avLst>
              <a:gd name="adj" fmla="val 8333"/>
            </a:avLst>
          </a:prstGeom>
          <a:solidFill>
            <a:srgbClr val="007D73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538BA9C-40CE-5CB3-930F-8DC0CC637F49}"/>
              </a:ext>
            </a:extLst>
          </p:cNvPr>
          <p:cNvSpPr/>
          <p:nvPr/>
        </p:nvSpPr>
        <p:spPr>
          <a:xfrm>
            <a:off x="2959641" y="4307412"/>
            <a:ext cx="8600019" cy="1989805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177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1889206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D617637-D4DC-02C9-26A4-E63D409138DF}"/>
              </a:ext>
            </a:extLst>
          </p:cNvPr>
          <p:cNvSpPr/>
          <p:nvPr/>
        </p:nvSpPr>
        <p:spPr>
          <a:xfrm>
            <a:off x="1" y="0"/>
            <a:ext cx="12192000" cy="6858001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A8AFE6"/>
              </a:gs>
              <a:gs pos="0">
                <a:srgbClr val="9AA3E2"/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CFD9F91-0C24-0B18-5B89-B340EBA9FEA4}"/>
              </a:ext>
            </a:extLst>
          </p:cNvPr>
          <p:cNvSpPr/>
          <p:nvPr/>
        </p:nvSpPr>
        <p:spPr>
          <a:xfrm flipH="1">
            <a:off x="304292" y="278787"/>
            <a:ext cx="11496548" cy="6285186"/>
          </a:xfrm>
          <a:prstGeom prst="roundRect">
            <a:avLst>
              <a:gd name="adj" fmla="val 17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78" name="Retângulo: Cantos Arredondados 177">
            <a:extLst>
              <a:ext uri="{FF2B5EF4-FFF2-40B4-BE49-F238E27FC236}">
                <a16:creationId xmlns:a16="http://schemas.microsoft.com/office/drawing/2014/main" id="{5CBA837F-B316-4916-821D-4BF224067E99}"/>
              </a:ext>
            </a:extLst>
          </p:cNvPr>
          <p:cNvSpPr/>
          <p:nvPr/>
        </p:nvSpPr>
        <p:spPr>
          <a:xfrm>
            <a:off x="1204861" y="974237"/>
            <a:ext cx="2435806" cy="879560"/>
          </a:xfrm>
          <a:prstGeom prst="roundRect">
            <a:avLst>
              <a:gd name="adj" fmla="val 8333"/>
            </a:avLst>
          </a:prstGeom>
          <a:solidFill>
            <a:srgbClr val="4F7BFF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79" name="Retângulo: Cantos Arredondados 178">
            <a:extLst>
              <a:ext uri="{FF2B5EF4-FFF2-40B4-BE49-F238E27FC236}">
                <a16:creationId xmlns:a16="http://schemas.microsoft.com/office/drawing/2014/main" id="{DE883C0C-2CEF-415C-99B9-84640C696C11}"/>
              </a:ext>
            </a:extLst>
          </p:cNvPr>
          <p:cNvSpPr/>
          <p:nvPr/>
        </p:nvSpPr>
        <p:spPr>
          <a:xfrm>
            <a:off x="3883542" y="974237"/>
            <a:ext cx="2360625" cy="879560"/>
          </a:xfrm>
          <a:prstGeom prst="roundRect">
            <a:avLst>
              <a:gd name="adj" fmla="val 8333"/>
            </a:avLst>
          </a:prstGeom>
          <a:solidFill>
            <a:srgbClr val="7133FF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0" name="Retângulo: Cantos Arredondados 179">
            <a:extLst>
              <a:ext uri="{FF2B5EF4-FFF2-40B4-BE49-F238E27FC236}">
                <a16:creationId xmlns:a16="http://schemas.microsoft.com/office/drawing/2014/main" id="{230593AA-E2D7-44BA-8756-EC69F9C3B6A9}"/>
              </a:ext>
            </a:extLst>
          </p:cNvPr>
          <p:cNvSpPr/>
          <p:nvPr/>
        </p:nvSpPr>
        <p:spPr>
          <a:xfrm>
            <a:off x="6516544" y="976020"/>
            <a:ext cx="2360625" cy="877777"/>
          </a:xfrm>
          <a:prstGeom prst="roundRect">
            <a:avLst>
              <a:gd name="adj" fmla="val 8333"/>
            </a:avLst>
          </a:prstGeom>
          <a:solidFill>
            <a:srgbClr val="FF7584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1" name="Retângulo: Cantos Arredondados 180">
            <a:extLst>
              <a:ext uri="{FF2B5EF4-FFF2-40B4-BE49-F238E27FC236}">
                <a16:creationId xmlns:a16="http://schemas.microsoft.com/office/drawing/2014/main" id="{3FFFA166-8D37-4C10-B09A-440D4A82C74A}"/>
              </a:ext>
            </a:extLst>
          </p:cNvPr>
          <p:cNvSpPr/>
          <p:nvPr/>
        </p:nvSpPr>
        <p:spPr>
          <a:xfrm>
            <a:off x="9162247" y="976021"/>
            <a:ext cx="2360626" cy="877776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419100" dist="50800" dir="5400000" sx="80000" sy="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3" name="Retângulo: Cantos Arredondados 182">
            <a:extLst>
              <a:ext uri="{FF2B5EF4-FFF2-40B4-BE49-F238E27FC236}">
                <a16:creationId xmlns:a16="http://schemas.microsoft.com/office/drawing/2014/main" id="{C13F852F-51F9-451A-B124-65C60037757B}"/>
              </a:ext>
            </a:extLst>
          </p:cNvPr>
          <p:cNvSpPr/>
          <p:nvPr/>
        </p:nvSpPr>
        <p:spPr>
          <a:xfrm>
            <a:off x="1204384" y="2076053"/>
            <a:ext cx="6435493" cy="2007704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177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A9CC412E-A2DA-4A77-9D4D-B96D6AEA0261}"/>
              </a:ext>
            </a:extLst>
          </p:cNvPr>
          <p:cNvSpPr/>
          <p:nvPr/>
        </p:nvSpPr>
        <p:spPr>
          <a:xfrm>
            <a:off x="304292" y="278787"/>
            <a:ext cx="674281" cy="6285186"/>
          </a:xfrm>
          <a:prstGeom prst="roundRect">
            <a:avLst>
              <a:gd name="adj" fmla="val 16034"/>
            </a:avLst>
          </a:prstGeom>
          <a:solidFill>
            <a:srgbClr val="623CE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6" name="Retângulo: Cantos Arredondados 185">
            <a:extLst>
              <a:ext uri="{FF2B5EF4-FFF2-40B4-BE49-F238E27FC236}">
                <a16:creationId xmlns:a16="http://schemas.microsoft.com/office/drawing/2014/main" id="{FA9AA816-9B55-46FB-AC4D-0AF86D080E57}"/>
              </a:ext>
            </a:extLst>
          </p:cNvPr>
          <p:cNvSpPr/>
          <p:nvPr/>
        </p:nvSpPr>
        <p:spPr>
          <a:xfrm>
            <a:off x="7889875" y="2077049"/>
            <a:ext cx="3632998" cy="2006707"/>
          </a:xfrm>
          <a:prstGeom prst="roundRect">
            <a:avLst>
              <a:gd name="adj" fmla="val 2685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177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7" name="Retângulo: Cantos Arredondados 186">
            <a:extLst>
              <a:ext uri="{FF2B5EF4-FFF2-40B4-BE49-F238E27FC236}">
                <a16:creationId xmlns:a16="http://schemas.microsoft.com/office/drawing/2014/main" id="{D019600D-E7EE-43FB-B9C6-7438E563D325}"/>
              </a:ext>
            </a:extLst>
          </p:cNvPr>
          <p:cNvSpPr/>
          <p:nvPr/>
        </p:nvSpPr>
        <p:spPr>
          <a:xfrm>
            <a:off x="1204384" y="4287073"/>
            <a:ext cx="4013872" cy="2007704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177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8" name="Retângulo: Cantos Arredondados 187">
            <a:extLst>
              <a:ext uri="{FF2B5EF4-FFF2-40B4-BE49-F238E27FC236}">
                <a16:creationId xmlns:a16="http://schemas.microsoft.com/office/drawing/2014/main" id="{EADE9458-B046-4A13-9F3F-D4220062DFCB}"/>
              </a:ext>
            </a:extLst>
          </p:cNvPr>
          <p:cNvSpPr/>
          <p:nvPr/>
        </p:nvSpPr>
        <p:spPr>
          <a:xfrm>
            <a:off x="5459895" y="4287073"/>
            <a:ext cx="6062977" cy="2007704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  <a:outerShdw blurRad="1778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47FBDFA1-570A-A80E-11C1-FF43BB809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72" y="2705876"/>
            <a:ext cx="327647" cy="327647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DD2519CB-0EA7-5254-FA38-7B465209B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335" y="3726157"/>
            <a:ext cx="399729" cy="399729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D5012F1A-89DB-AD44-F23F-4DDD46FDE2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218" y="3271442"/>
            <a:ext cx="302553" cy="30255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C68601E3-91B5-2249-3215-16EC56DC48AE}"/>
              </a:ext>
            </a:extLst>
          </p:cNvPr>
          <p:cNvSpPr txBox="1"/>
          <p:nvPr/>
        </p:nvSpPr>
        <p:spPr>
          <a:xfrm>
            <a:off x="1158419" y="462791"/>
            <a:ext cx="26079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REALIZADO VS. META</a:t>
            </a: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D2A78EA0-EF1B-7791-0DA8-4B60EE8490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065298" y="553608"/>
            <a:ext cx="494362" cy="278514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9AE7F2F3-1E1D-FDAF-DAD2-E232BB266068}"/>
              </a:ext>
            </a:extLst>
          </p:cNvPr>
          <p:cNvSpPr txBox="1"/>
          <p:nvPr/>
        </p:nvSpPr>
        <p:spPr>
          <a:xfrm>
            <a:off x="1251444" y="1046117"/>
            <a:ext cx="2354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Faturamento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5434133-7935-ABF7-37A7-8286D13A4A7B}"/>
              </a:ext>
            </a:extLst>
          </p:cNvPr>
          <p:cNvSpPr txBox="1"/>
          <p:nvPr/>
        </p:nvSpPr>
        <p:spPr>
          <a:xfrm>
            <a:off x="3948284" y="1046117"/>
            <a:ext cx="22902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Faturamento </a:t>
            </a:r>
            <a:r>
              <a:rPr lang="pt-BR" sz="11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vs</a:t>
            </a:r>
            <a:r>
              <a:rPr lang="pt-BR" sz="11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Meta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6105D62-BA2F-CF86-4FE0-217075EB59F6}"/>
              </a:ext>
            </a:extLst>
          </p:cNvPr>
          <p:cNvSpPr txBox="1"/>
          <p:nvPr/>
        </p:nvSpPr>
        <p:spPr>
          <a:xfrm>
            <a:off x="6570113" y="1046117"/>
            <a:ext cx="23141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NFs</a:t>
            </a:r>
            <a:r>
              <a:rPr lang="pt-BR" sz="11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Emitidas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7972153-ED77-AEB6-5AC8-D3A69507B70E}"/>
              </a:ext>
            </a:extLst>
          </p:cNvPr>
          <p:cNvSpPr txBox="1"/>
          <p:nvPr/>
        </p:nvSpPr>
        <p:spPr>
          <a:xfrm>
            <a:off x="9239675" y="1046116"/>
            <a:ext cx="22831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Ticket Médio</a:t>
            </a:r>
          </a:p>
        </p:txBody>
      </p:sp>
    </p:spTree>
    <p:extLst>
      <p:ext uri="{BB962C8B-B14F-4D97-AF65-F5344CB8AC3E}">
        <p14:creationId xmlns:p14="http://schemas.microsoft.com/office/powerpoint/2010/main" val="1177769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DB15F478-2E69-4ADB-91B5-A2E5CE3B6D8C}"/>
              </a:ext>
            </a:extLst>
          </p:cNvPr>
          <p:cNvSpPr/>
          <p:nvPr/>
        </p:nvSpPr>
        <p:spPr>
          <a:xfrm>
            <a:off x="187" y="-12"/>
            <a:ext cx="12191813" cy="6858011"/>
          </a:xfrm>
          <a:prstGeom prst="roundRect">
            <a:avLst>
              <a:gd name="adj" fmla="val 3519"/>
            </a:avLst>
          </a:prstGeom>
          <a:solidFill>
            <a:srgbClr val="1D2245"/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A55BE342-E045-462E-86C6-BCED27EA0208}"/>
              </a:ext>
            </a:extLst>
          </p:cNvPr>
          <p:cNvSpPr/>
          <p:nvPr/>
        </p:nvSpPr>
        <p:spPr>
          <a:xfrm>
            <a:off x="187" y="-11"/>
            <a:ext cx="609592" cy="6858000"/>
          </a:xfrm>
          <a:custGeom>
            <a:avLst/>
            <a:gdLst>
              <a:gd name="connsiteX0" fmla="*/ 304796 w 609592"/>
              <a:gd name="connsiteY0" fmla="*/ 0 h 6858000"/>
              <a:gd name="connsiteX1" fmla="*/ 304796 w 609592"/>
              <a:gd name="connsiteY1" fmla="*/ 0 h 6858000"/>
              <a:gd name="connsiteX2" fmla="*/ 609593 w 609592"/>
              <a:gd name="connsiteY2" fmla="*/ 304796 h 6858000"/>
              <a:gd name="connsiteX3" fmla="*/ 609593 w 609592"/>
              <a:gd name="connsiteY3" fmla="*/ 6553204 h 6858000"/>
              <a:gd name="connsiteX4" fmla="*/ 304796 w 609592"/>
              <a:gd name="connsiteY4" fmla="*/ 6858001 h 6858000"/>
              <a:gd name="connsiteX5" fmla="*/ 304796 w 609592"/>
              <a:gd name="connsiteY5" fmla="*/ 6858001 h 6858000"/>
              <a:gd name="connsiteX6" fmla="*/ 0 w 609592"/>
              <a:gd name="connsiteY6" fmla="*/ 6553204 h 6858000"/>
              <a:gd name="connsiteX7" fmla="*/ 0 w 609592"/>
              <a:gd name="connsiteY7" fmla="*/ 304796 h 6858000"/>
              <a:gd name="connsiteX8" fmla="*/ 304796 w 60959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592" h="6858000">
                <a:moveTo>
                  <a:pt x="304796" y="0"/>
                </a:moveTo>
                <a:lnTo>
                  <a:pt x="304796" y="0"/>
                </a:lnTo>
                <a:cubicBezTo>
                  <a:pt x="472444" y="0"/>
                  <a:pt x="609593" y="137149"/>
                  <a:pt x="609593" y="304796"/>
                </a:cubicBezTo>
                <a:lnTo>
                  <a:pt x="609593" y="6553204"/>
                </a:lnTo>
                <a:cubicBezTo>
                  <a:pt x="609593" y="6720852"/>
                  <a:pt x="472444" y="6858001"/>
                  <a:pt x="304796" y="6858001"/>
                </a:cubicBezTo>
                <a:lnTo>
                  <a:pt x="304796" y="6858001"/>
                </a:lnTo>
                <a:cubicBezTo>
                  <a:pt x="137149" y="6858001"/>
                  <a:pt x="0" y="6720852"/>
                  <a:pt x="0" y="6553204"/>
                </a:cubicBezTo>
                <a:lnTo>
                  <a:pt x="0" y="304796"/>
                </a:lnTo>
                <a:cubicBezTo>
                  <a:pt x="0" y="137149"/>
                  <a:pt x="137149" y="0"/>
                  <a:pt x="304796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A98BC2A8-2EAE-4908-98DA-D98AD28434F9}"/>
              </a:ext>
            </a:extLst>
          </p:cNvPr>
          <p:cNvSpPr/>
          <p:nvPr/>
        </p:nvSpPr>
        <p:spPr>
          <a:xfrm>
            <a:off x="8417072" y="550580"/>
            <a:ext cx="3551473" cy="6100047"/>
          </a:xfrm>
          <a:prstGeom prst="roundRect">
            <a:avLst>
              <a:gd name="adj" fmla="val 4421"/>
            </a:avLst>
          </a:prstGeom>
          <a:gradFill flip="none" rotWithShape="1">
            <a:gsLst>
              <a:gs pos="73000">
                <a:srgbClr val="000E26"/>
              </a:gs>
              <a:gs pos="100000">
                <a:srgbClr val="1F489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6" name="Agrupar 50">
            <a:extLst>
              <a:ext uri="{FF2B5EF4-FFF2-40B4-BE49-F238E27FC236}">
                <a16:creationId xmlns:a16="http://schemas.microsoft.com/office/drawing/2014/main" id="{D008A58F-FFBC-4138-951C-8000ECA76BE9}"/>
              </a:ext>
            </a:extLst>
          </p:cNvPr>
          <p:cNvGrpSpPr/>
          <p:nvPr/>
        </p:nvGrpSpPr>
        <p:grpSpPr>
          <a:xfrm>
            <a:off x="205927" y="5780835"/>
            <a:ext cx="198112" cy="716961"/>
            <a:chOff x="205927" y="5780835"/>
            <a:chExt cx="198112" cy="716961"/>
          </a:xfrm>
        </p:grpSpPr>
        <p:sp>
          <p:nvSpPr>
            <p:cNvPr id="52" name="Forma Livre: Forma 52">
              <a:extLst>
                <a:ext uri="{FF2B5EF4-FFF2-40B4-BE49-F238E27FC236}">
                  <a16:creationId xmlns:a16="http://schemas.microsoft.com/office/drawing/2014/main" id="{BAA7714F-359B-4138-BD63-9B1824A1AA34}"/>
                </a:ext>
              </a:extLst>
            </p:cNvPr>
            <p:cNvSpPr/>
            <p:nvPr/>
          </p:nvSpPr>
          <p:spPr>
            <a:xfrm>
              <a:off x="205927" y="6299673"/>
              <a:ext cx="198112" cy="198123"/>
            </a:xfrm>
            <a:custGeom>
              <a:avLst/>
              <a:gdLst>
                <a:gd name="connsiteX0" fmla="*/ 180191 w 198112"/>
                <a:gd name="connsiteY0" fmla="*/ 0 h 198123"/>
                <a:gd name="connsiteX1" fmla="*/ 17921 w 198112"/>
                <a:gd name="connsiteY1" fmla="*/ 0 h 198123"/>
                <a:gd name="connsiteX2" fmla="*/ 0 w 198112"/>
                <a:gd name="connsiteY2" fmla="*/ 17921 h 198123"/>
                <a:gd name="connsiteX3" fmla="*/ 0 w 198112"/>
                <a:gd name="connsiteY3" fmla="*/ 180203 h 198123"/>
                <a:gd name="connsiteX4" fmla="*/ 17921 w 198112"/>
                <a:gd name="connsiteY4" fmla="*/ 198124 h 198123"/>
                <a:gd name="connsiteX5" fmla="*/ 180191 w 198112"/>
                <a:gd name="connsiteY5" fmla="*/ 198124 h 198123"/>
                <a:gd name="connsiteX6" fmla="*/ 198113 w 198112"/>
                <a:gd name="connsiteY6" fmla="*/ 180203 h 198123"/>
                <a:gd name="connsiteX7" fmla="*/ 198113 w 198112"/>
                <a:gd name="connsiteY7" fmla="*/ 17921 h 198123"/>
                <a:gd name="connsiteX8" fmla="*/ 180191 w 198112"/>
                <a:gd name="connsiteY8" fmla="*/ 0 h 198123"/>
                <a:gd name="connsiteX9" fmla="*/ 61301 w 198112"/>
                <a:gd name="connsiteY9" fmla="*/ 171068 h 198123"/>
                <a:gd name="connsiteX10" fmla="*/ 56081 w 198112"/>
                <a:gd name="connsiteY10" fmla="*/ 176288 h 198123"/>
                <a:gd name="connsiteX11" fmla="*/ 33885 w 198112"/>
                <a:gd name="connsiteY11" fmla="*/ 176288 h 198123"/>
                <a:gd name="connsiteX12" fmla="*/ 28665 w 198112"/>
                <a:gd name="connsiteY12" fmla="*/ 171068 h 198123"/>
                <a:gd name="connsiteX13" fmla="*/ 28665 w 198112"/>
                <a:gd name="connsiteY13" fmla="*/ 78007 h 198123"/>
                <a:gd name="connsiteX14" fmla="*/ 33885 w 198112"/>
                <a:gd name="connsiteY14" fmla="*/ 72788 h 198123"/>
                <a:gd name="connsiteX15" fmla="*/ 56081 w 198112"/>
                <a:gd name="connsiteY15" fmla="*/ 72788 h 198123"/>
                <a:gd name="connsiteX16" fmla="*/ 61301 w 198112"/>
                <a:gd name="connsiteY16" fmla="*/ 78007 h 198123"/>
                <a:gd name="connsiteX17" fmla="*/ 61301 w 198112"/>
                <a:gd name="connsiteY17" fmla="*/ 171068 h 198123"/>
                <a:gd name="connsiteX18" fmla="*/ 44989 w 198112"/>
                <a:gd name="connsiteY18" fmla="*/ 64024 h 198123"/>
                <a:gd name="connsiteX19" fmla="*/ 23895 w 198112"/>
                <a:gd name="connsiteY19" fmla="*/ 42930 h 198123"/>
                <a:gd name="connsiteX20" fmla="*/ 44989 w 198112"/>
                <a:gd name="connsiteY20" fmla="*/ 21836 h 198123"/>
                <a:gd name="connsiteX21" fmla="*/ 66071 w 198112"/>
                <a:gd name="connsiteY21" fmla="*/ 42930 h 198123"/>
                <a:gd name="connsiteX22" fmla="*/ 44989 w 198112"/>
                <a:gd name="connsiteY22" fmla="*/ 64024 h 198123"/>
                <a:gd name="connsiteX23" fmla="*/ 177323 w 198112"/>
                <a:gd name="connsiteY23" fmla="*/ 171495 h 198123"/>
                <a:gd name="connsiteX24" fmla="*/ 172519 w 198112"/>
                <a:gd name="connsiteY24" fmla="*/ 176288 h 198123"/>
                <a:gd name="connsiteX25" fmla="*/ 148702 w 198112"/>
                <a:gd name="connsiteY25" fmla="*/ 176288 h 198123"/>
                <a:gd name="connsiteX26" fmla="*/ 143910 w 198112"/>
                <a:gd name="connsiteY26" fmla="*/ 171495 h 198123"/>
                <a:gd name="connsiteX27" fmla="*/ 143910 w 198112"/>
                <a:gd name="connsiteY27" fmla="*/ 127834 h 198123"/>
                <a:gd name="connsiteX28" fmla="*/ 126889 w 198112"/>
                <a:gd name="connsiteY28" fmla="*/ 99304 h 198123"/>
                <a:gd name="connsiteX29" fmla="*/ 108630 w 198112"/>
                <a:gd name="connsiteY29" fmla="*/ 121140 h 198123"/>
                <a:gd name="connsiteX30" fmla="*/ 108630 w 198112"/>
                <a:gd name="connsiteY30" fmla="*/ 171495 h 198123"/>
                <a:gd name="connsiteX31" fmla="*/ 103837 w 198112"/>
                <a:gd name="connsiteY31" fmla="*/ 176288 h 198123"/>
                <a:gd name="connsiteX32" fmla="*/ 80797 w 198112"/>
                <a:gd name="connsiteY32" fmla="*/ 176288 h 198123"/>
                <a:gd name="connsiteX33" fmla="*/ 76005 w 198112"/>
                <a:gd name="connsiteY33" fmla="*/ 171495 h 198123"/>
                <a:gd name="connsiteX34" fmla="*/ 76005 w 198112"/>
                <a:gd name="connsiteY34" fmla="*/ 77591 h 198123"/>
                <a:gd name="connsiteX35" fmla="*/ 80797 w 198112"/>
                <a:gd name="connsiteY35" fmla="*/ 72788 h 198123"/>
                <a:gd name="connsiteX36" fmla="*/ 103837 w 198112"/>
                <a:gd name="connsiteY36" fmla="*/ 72788 h 198123"/>
                <a:gd name="connsiteX37" fmla="*/ 108630 w 198112"/>
                <a:gd name="connsiteY37" fmla="*/ 77591 h 198123"/>
                <a:gd name="connsiteX38" fmla="*/ 108630 w 198112"/>
                <a:gd name="connsiteY38" fmla="*/ 85703 h 198123"/>
                <a:gd name="connsiteX39" fmla="*/ 139388 w 198112"/>
                <a:gd name="connsiteY39" fmla="*/ 71235 h 198123"/>
                <a:gd name="connsiteX40" fmla="*/ 177323 w 198112"/>
                <a:gd name="connsiteY40" fmla="*/ 126450 h 198123"/>
                <a:gd name="connsiteX41" fmla="*/ 177323 w 198112"/>
                <a:gd name="connsiteY41" fmla="*/ 171495 h 198123"/>
                <a:gd name="connsiteX42" fmla="*/ 177323 w 198112"/>
                <a:gd name="connsiteY42" fmla="*/ 171495 h 19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8112" h="198123">
                  <a:moveTo>
                    <a:pt x="180191" y="0"/>
                  </a:moveTo>
                  <a:lnTo>
                    <a:pt x="17921" y="0"/>
                  </a:lnTo>
                  <a:cubicBezTo>
                    <a:pt x="8021" y="0"/>
                    <a:pt x="0" y="8033"/>
                    <a:pt x="0" y="17921"/>
                  </a:cubicBezTo>
                  <a:lnTo>
                    <a:pt x="0" y="180203"/>
                  </a:lnTo>
                  <a:cubicBezTo>
                    <a:pt x="0" y="190091"/>
                    <a:pt x="8021" y="198124"/>
                    <a:pt x="17921" y="198124"/>
                  </a:cubicBezTo>
                  <a:lnTo>
                    <a:pt x="180191" y="198124"/>
                  </a:lnTo>
                  <a:cubicBezTo>
                    <a:pt x="190091" y="198124"/>
                    <a:pt x="198113" y="190091"/>
                    <a:pt x="198113" y="180203"/>
                  </a:cubicBezTo>
                  <a:lnTo>
                    <a:pt x="198113" y="17921"/>
                  </a:lnTo>
                  <a:cubicBezTo>
                    <a:pt x="198113" y="8033"/>
                    <a:pt x="190091" y="0"/>
                    <a:pt x="180191" y="0"/>
                  </a:cubicBezTo>
                  <a:close/>
                  <a:moveTo>
                    <a:pt x="61301" y="171068"/>
                  </a:moveTo>
                  <a:cubicBezTo>
                    <a:pt x="61301" y="173948"/>
                    <a:pt x="58961" y="176288"/>
                    <a:pt x="56081" y="176288"/>
                  </a:cubicBezTo>
                  <a:lnTo>
                    <a:pt x="33885" y="176288"/>
                  </a:lnTo>
                  <a:cubicBezTo>
                    <a:pt x="31005" y="176288"/>
                    <a:pt x="28665" y="173948"/>
                    <a:pt x="28665" y="171068"/>
                  </a:cubicBezTo>
                  <a:lnTo>
                    <a:pt x="28665" y="78007"/>
                  </a:lnTo>
                  <a:cubicBezTo>
                    <a:pt x="28665" y="75128"/>
                    <a:pt x="31005" y="72788"/>
                    <a:pt x="33885" y="72788"/>
                  </a:cubicBezTo>
                  <a:lnTo>
                    <a:pt x="56081" y="72788"/>
                  </a:lnTo>
                  <a:cubicBezTo>
                    <a:pt x="58961" y="72788"/>
                    <a:pt x="61301" y="75128"/>
                    <a:pt x="61301" y="78007"/>
                  </a:cubicBezTo>
                  <a:lnTo>
                    <a:pt x="61301" y="171068"/>
                  </a:lnTo>
                  <a:close/>
                  <a:moveTo>
                    <a:pt x="44989" y="64024"/>
                  </a:moveTo>
                  <a:cubicBezTo>
                    <a:pt x="33334" y="64024"/>
                    <a:pt x="23895" y="54574"/>
                    <a:pt x="23895" y="42930"/>
                  </a:cubicBezTo>
                  <a:cubicBezTo>
                    <a:pt x="23895" y="31286"/>
                    <a:pt x="33334" y="21836"/>
                    <a:pt x="44989" y="21836"/>
                  </a:cubicBezTo>
                  <a:cubicBezTo>
                    <a:pt x="56632" y="21836"/>
                    <a:pt x="66071" y="31286"/>
                    <a:pt x="66071" y="42930"/>
                  </a:cubicBezTo>
                  <a:cubicBezTo>
                    <a:pt x="66071" y="54574"/>
                    <a:pt x="56632" y="64024"/>
                    <a:pt x="44989" y="64024"/>
                  </a:cubicBezTo>
                  <a:close/>
                  <a:moveTo>
                    <a:pt x="177323" y="171495"/>
                  </a:moveTo>
                  <a:cubicBezTo>
                    <a:pt x="177323" y="174139"/>
                    <a:pt x="175174" y="176288"/>
                    <a:pt x="172519" y="176288"/>
                  </a:cubicBezTo>
                  <a:lnTo>
                    <a:pt x="148702" y="176288"/>
                  </a:lnTo>
                  <a:cubicBezTo>
                    <a:pt x="146048" y="176288"/>
                    <a:pt x="143910" y="174139"/>
                    <a:pt x="143910" y="171495"/>
                  </a:cubicBezTo>
                  <a:lnTo>
                    <a:pt x="143910" y="127834"/>
                  </a:lnTo>
                  <a:cubicBezTo>
                    <a:pt x="143910" y="121331"/>
                    <a:pt x="145811" y="99304"/>
                    <a:pt x="126889" y="99304"/>
                  </a:cubicBezTo>
                  <a:cubicBezTo>
                    <a:pt x="112207" y="99304"/>
                    <a:pt x="109226" y="114379"/>
                    <a:pt x="108630" y="121140"/>
                  </a:cubicBezTo>
                  <a:lnTo>
                    <a:pt x="108630" y="171495"/>
                  </a:lnTo>
                  <a:cubicBezTo>
                    <a:pt x="108630" y="174139"/>
                    <a:pt x="106481" y="176288"/>
                    <a:pt x="103837" y="176288"/>
                  </a:cubicBezTo>
                  <a:lnTo>
                    <a:pt x="80797" y="176288"/>
                  </a:lnTo>
                  <a:cubicBezTo>
                    <a:pt x="78142" y="176288"/>
                    <a:pt x="76005" y="174139"/>
                    <a:pt x="76005" y="171495"/>
                  </a:cubicBezTo>
                  <a:lnTo>
                    <a:pt x="76005" y="77591"/>
                  </a:lnTo>
                  <a:cubicBezTo>
                    <a:pt x="76005" y="74936"/>
                    <a:pt x="78142" y="72788"/>
                    <a:pt x="80797" y="72788"/>
                  </a:cubicBezTo>
                  <a:lnTo>
                    <a:pt x="103837" y="72788"/>
                  </a:lnTo>
                  <a:cubicBezTo>
                    <a:pt x="106481" y="72788"/>
                    <a:pt x="108630" y="74936"/>
                    <a:pt x="108630" y="77591"/>
                  </a:cubicBezTo>
                  <a:lnTo>
                    <a:pt x="108630" y="85703"/>
                  </a:lnTo>
                  <a:cubicBezTo>
                    <a:pt x="114075" y="77535"/>
                    <a:pt x="122164" y="71235"/>
                    <a:pt x="139388" y="71235"/>
                  </a:cubicBezTo>
                  <a:cubicBezTo>
                    <a:pt x="177536" y="71235"/>
                    <a:pt x="177323" y="106864"/>
                    <a:pt x="177323" y="126450"/>
                  </a:cubicBezTo>
                  <a:lnTo>
                    <a:pt x="177323" y="171495"/>
                  </a:lnTo>
                  <a:lnTo>
                    <a:pt x="177323" y="171495"/>
                  </a:lnTo>
                  <a:close/>
                </a:path>
              </a:pathLst>
            </a:custGeom>
            <a:solidFill>
              <a:srgbClr val="FFFFFF"/>
            </a:solidFill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orma Livre: Forma 54">
              <a:extLst>
                <a:ext uri="{FF2B5EF4-FFF2-40B4-BE49-F238E27FC236}">
                  <a16:creationId xmlns:a16="http://schemas.microsoft.com/office/drawing/2014/main" id="{5AFBD32F-F531-4C9E-A270-C4A3A09079FB}"/>
                </a:ext>
              </a:extLst>
            </p:cNvPr>
            <p:cNvSpPr/>
            <p:nvPr/>
          </p:nvSpPr>
          <p:spPr>
            <a:xfrm>
              <a:off x="205927" y="5780835"/>
              <a:ext cx="198112" cy="198123"/>
            </a:xfrm>
            <a:custGeom>
              <a:avLst/>
              <a:gdLst>
                <a:gd name="connsiteX0" fmla="*/ 169099 w 198112"/>
                <a:gd name="connsiteY0" fmla="*/ 29014 h 198123"/>
                <a:gd name="connsiteX1" fmla="*/ 99056 w 198112"/>
                <a:gd name="connsiteY1" fmla="*/ 0 h 198123"/>
                <a:gd name="connsiteX2" fmla="*/ 99056 w 198112"/>
                <a:gd name="connsiteY2" fmla="*/ 0 h 198123"/>
                <a:gd name="connsiteX3" fmla="*/ 29014 w 198112"/>
                <a:gd name="connsiteY3" fmla="*/ 29014 h 198123"/>
                <a:gd name="connsiteX4" fmla="*/ 0 w 198112"/>
                <a:gd name="connsiteY4" fmla="*/ 99056 h 198123"/>
                <a:gd name="connsiteX5" fmla="*/ 29014 w 198112"/>
                <a:gd name="connsiteY5" fmla="*/ 169110 h 198123"/>
                <a:gd name="connsiteX6" fmla="*/ 99056 w 198112"/>
                <a:gd name="connsiteY6" fmla="*/ 198124 h 198123"/>
                <a:gd name="connsiteX7" fmla="*/ 169099 w 198112"/>
                <a:gd name="connsiteY7" fmla="*/ 169110 h 198123"/>
                <a:gd name="connsiteX8" fmla="*/ 198113 w 198112"/>
                <a:gd name="connsiteY8" fmla="*/ 99056 h 198123"/>
                <a:gd name="connsiteX9" fmla="*/ 169099 w 198112"/>
                <a:gd name="connsiteY9" fmla="*/ 29014 h 198123"/>
                <a:gd name="connsiteX10" fmla="*/ 175568 w 198112"/>
                <a:gd name="connsiteY10" fmla="*/ 141356 h 198123"/>
                <a:gd name="connsiteX11" fmla="*/ 146576 w 198112"/>
                <a:gd name="connsiteY11" fmla="*/ 141356 h 198123"/>
                <a:gd name="connsiteX12" fmla="*/ 153349 w 198112"/>
                <a:gd name="connsiteY12" fmla="*/ 104861 h 198123"/>
                <a:gd name="connsiteX13" fmla="*/ 186311 w 198112"/>
                <a:gd name="connsiteY13" fmla="*/ 104861 h 198123"/>
                <a:gd name="connsiteX14" fmla="*/ 175568 w 198112"/>
                <a:gd name="connsiteY14" fmla="*/ 141356 h 198123"/>
                <a:gd name="connsiteX15" fmla="*/ 99056 w 198112"/>
                <a:gd name="connsiteY15" fmla="*/ 185648 h 198123"/>
                <a:gd name="connsiteX16" fmla="*/ 69086 w 198112"/>
                <a:gd name="connsiteY16" fmla="*/ 152966 h 198123"/>
                <a:gd name="connsiteX17" fmla="*/ 129026 w 198112"/>
                <a:gd name="connsiteY17" fmla="*/ 152966 h 198123"/>
                <a:gd name="connsiteX18" fmla="*/ 99056 w 198112"/>
                <a:gd name="connsiteY18" fmla="*/ 185648 h 198123"/>
                <a:gd name="connsiteX19" fmla="*/ 63832 w 198112"/>
                <a:gd name="connsiteY19" fmla="*/ 141356 h 198123"/>
                <a:gd name="connsiteX20" fmla="*/ 56385 w 198112"/>
                <a:gd name="connsiteY20" fmla="*/ 104861 h 198123"/>
                <a:gd name="connsiteX21" fmla="*/ 141727 w 198112"/>
                <a:gd name="connsiteY21" fmla="*/ 104861 h 198123"/>
                <a:gd name="connsiteX22" fmla="*/ 134269 w 198112"/>
                <a:gd name="connsiteY22" fmla="*/ 141356 h 198123"/>
                <a:gd name="connsiteX23" fmla="*/ 63832 w 198112"/>
                <a:gd name="connsiteY23" fmla="*/ 141356 h 198123"/>
                <a:gd name="connsiteX24" fmla="*/ 11801 w 198112"/>
                <a:gd name="connsiteY24" fmla="*/ 104861 h 198123"/>
                <a:gd name="connsiteX25" fmla="*/ 44764 w 198112"/>
                <a:gd name="connsiteY25" fmla="*/ 104861 h 198123"/>
                <a:gd name="connsiteX26" fmla="*/ 51536 w 198112"/>
                <a:gd name="connsiteY26" fmla="*/ 141356 h 198123"/>
                <a:gd name="connsiteX27" fmla="*/ 22534 w 198112"/>
                <a:gd name="connsiteY27" fmla="*/ 141356 h 198123"/>
                <a:gd name="connsiteX28" fmla="*/ 11801 w 198112"/>
                <a:gd name="connsiteY28" fmla="*/ 104861 h 198123"/>
                <a:gd name="connsiteX29" fmla="*/ 22534 w 198112"/>
                <a:gd name="connsiteY29" fmla="*/ 56756 h 198123"/>
                <a:gd name="connsiteX30" fmla="*/ 51536 w 198112"/>
                <a:gd name="connsiteY30" fmla="*/ 56756 h 198123"/>
                <a:gd name="connsiteX31" fmla="*/ 44764 w 198112"/>
                <a:gd name="connsiteY31" fmla="*/ 93251 h 198123"/>
                <a:gd name="connsiteX32" fmla="*/ 11801 w 198112"/>
                <a:gd name="connsiteY32" fmla="*/ 93251 h 198123"/>
                <a:gd name="connsiteX33" fmla="*/ 22534 w 198112"/>
                <a:gd name="connsiteY33" fmla="*/ 56756 h 198123"/>
                <a:gd name="connsiteX34" fmla="*/ 99056 w 198112"/>
                <a:gd name="connsiteY34" fmla="*/ 12465 h 198123"/>
                <a:gd name="connsiteX35" fmla="*/ 129026 w 198112"/>
                <a:gd name="connsiteY35" fmla="*/ 45146 h 198123"/>
                <a:gd name="connsiteX36" fmla="*/ 69086 w 198112"/>
                <a:gd name="connsiteY36" fmla="*/ 45146 h 198123"/>
                <a:gd name="connsiteX37" fmla="*/ 99056 w 198112"/>
                <a:gd name="connsiteY37" fmla="*/ 12465 h 198123"/>
                <a:gd name="connsiteX38" fmla="*/ 134269 w 198112"/>
                <a:gd name="connsiteY38" fmla="*/ 56756 h 198123"/>
                <a:gd name="connsiteX39" fmla="*/ 141727 w 198112"/>
                <a:gd name="connsiteY39" fmla="*/ 93251 h 198123"/>
                <a:gd name="connsiteX40" fmla="*/ 56385 w 198112"/>
                <a:gd name="connsiteY40" fmla="*/ 93251 h 198123"/>
                <a:gd name="connsiteX41" fmla="*/ 63832 w 198112"/>
                <a:gd name="connsiteY41" fmla="*/ 56756 h 198123"/>
                <a:gd name="connsiteX42" fmla="*/ 134269 w 198112"/>
                <a:gd name="connsiteY42" fmla="*/ 56756 h 198123"/>
                <a:gd name="connsiteX43" fmla="*/ 186311 w 198112"/>
                <a:gd name="connsiteY43" fmla="*/ 93251 h 198123"/>
                <a:gd name="connsiteX44" fmla="*/ 153349 w 198112"/>
                <a:gd name="connsiteY44" fmla="*/ 93251 h 198123"/>
                <a:gd name="connsiteX45" fmla="*/ 146576 w 198112"/>
                <a:gd name="connsiteY45" fmla="*/ 56756 h 198123"/>
                <a:gd name="connsiteX46" fmla="*/ 175568 w 198112"/>
                <a:gd name="connsiteY46" fmla="*/ 56756 h 198123"/>
                <a:gd name="connsiteX47" fmla="*/ 186311 w 198112"/>
                <a:gd name="connsiteY47" fmla="*/ 93251 h 198123"/>
                <a:gd name="connsiteX48" fmla="*/ 141930 w 198112"/>
                <a:gd name="connsiteY48" fmla="*/ 45146 h 198123"/>
                <a:gd name="connsiteX49" fmla="*/ 120262 w 198112"/>
                <a:gd name="connsiteY49" fmla="*/ 14209 h 198123"/>
                <a:gd name="connsiteX50" fmla="*/ 167873 w 198112"/>
                <a:gd name="connsiteY50" fmla="*/ 45146 h 198123"/>
                <a:gd name="connsiteX51" fmla="*/ 141930 w 198112"/>
                <a:gd name="connsiteY51" fmla="*/ 45146 h 198123"/>
                <a:gd name="connsiteX52" fmla="*/ 77850 w 198112"/>
                <a:gd name="connsiteY52" fmla="*/ 14209 h 198123"/>
                <a:gd name="connsiteX53" fmla="*/ 56183 w 198112"/>
                <a:gd name="connsiteY53" fmla="*/ 45146 h 198123"/>
                <a:gd name="connsiteX54" fmla="*/ 30240 w 198112"/>
                <a:gd name="connsiteY54" fmla="*/ 45146 h 198123"/>
                <a:gd name="connsiteX55" fmla="*/ 77850 w 198112"/>
                <a:gd name="connsiteY55" fmla="*/ 14209 h 198123"/>
                <a:gd name="connsiteX56" fmla="*/ 56183 w 198112"/>
                <a:gd name="connsiteY56" fmla="*/ 152966 h 198123"/>
                <a:gd name="connsiteX57" fmla="*/ 77850 w 198112"/>
                <a:gd name="connsiteY57" fmla="*/ 183904 h 198123"/>
                <a:gd name="connsiteX58" fmla="*/ 30240 w 198112"/>
                <a:gd name="connsiteY58" fmla="*/ 152966 h 198123"/>
                <a:gd name="connsiteX59" fmla="*/ 56183 w 198112"/>
                <a:gd name="connsiteY59" fmla="*/ 152966 h 198123"/>
                <a:gd name="connsiteX60" fmla="*/ 120262 w 198112"/>
                <a:gd name="connsiteY60" fmla="*/ 183904 h 198123"/>
                <a:gd name="connsiteX61" fmla="*/ 141930 w 198112"/>
                <a:gd name="connsiteY61" fmla="*/ 152966 h 198123"/>
                <a:gd name="connsiteX62" fmla="*/ 167873 w 198112"/>
                <a:gd name="connsiteY62" fmla="*/ 152966 h 198123"/>
                <a:gd name="connsiteX63" fmla="*/ 120262 w 198112"/>
                <a:gd name="connsiteY63" fmla="*/ 183904 h 19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98112" h="198123">
                  <a:moveTo>
                    <a:pt x="169099" y="29014"/>
                  </a:moveTo>
                  <a:cubicBezTo>
                    <a:pt x="150390" y="10305"/>
                    <a:pt x="125516" y="0"/>
                    <a:pt x="99056" y="0"/>
                  </a:cubicBezTo>
                  <a:lnTo>
                    <a:pt x="99056" y="0"/>
                  </a:lnTo>
                  <a:cubicBezTo>
                    <a:pt x="72596" y="0"/>
                    <a:pt x="47722" y="10305"/>
                    <a:pt x="29014" y="29014"/>
                  </a:cubicBezTo>
                  <a:cubicBezTo>
                    <a:pt x="10294" y="47722"/>
                    <a:pt x="0" y="72596"/>
                    <a:pt x="0" y="99056"/>
                  </a:cubicBezTo>
                  <a:cubicBezTo>
                    <a:pt x="0" y="125516"/>
                    <a:pt x="10294" y="150390"/>
                    <a:pt x="29014" y="169110"/>
                  </a:cubicBezTo>
                  <a:cubicBezTo>
                    <a:pt x="47722" y="187819"/>
                    <a:pt x="72596" y="198124"/>
                    <a:pt x="99056" y="198124"/>
                  </a:cubicBezTo>
                  <a:cubicBezTo>
                    <a:pt x="125516" y="198124"/>
                    <a:pt x="150390" y="187819"/>
                    <a:pt x="169099" y="169110"/>
                  </a:cubicBezTo>
                  <a:cubicBezTo>
                    <a:pt x="187808" y="150390"/>
                    <a:pt x="198113" y="125516"/>
                    <a:pt x="198113" y="99056"/>
                  </a:cubicBezTo>
                  <a:cubicBezTo>
                    <a:pt x="198113" y="72596"/>
                    <a:pt x="187808" y="47722"/>
                    <a:pt x="169099" y="29014"/>
                  </a:cubicBezTo>
                  <a:close/>
                  <a:moveTo>
                    <a:pt x="175568" y="141356"/>
                  </a:moveTo>
                  <a:lnTo>
                    <a:pt x="146576" y="141356"/>
                  </a:lnTo>
                  <a:cubicBezTo>
                    <a:pt x="150469" y="129983"/>
                    <a:pt x="152809" y="117653"/>
                    <a:pt x="153349" y="104861"/>
                  </a:cubicBezTo>
                  <a:lnTo>
                    <a:pt x="186311" y="104861"/>
                  </a:lnTo>
                  <a:cubicBezTo>
                    <a:pt x="185445" y="118035"/>
                    <a:pt x="181642" y="130410"/>
                    <a:pt x="175568" y="141356"/>
                  </a:cubicBezTo>
                  <a:close/>
                  <a:moveTo>
                    <a:pt x="99056" y="185648"/>
                  </a:moveTo>
                  <a:cubicBezTo>
                    <a:pt x="86704" y="178301"/>
                    <a:pt x="76455" y="166905"/>
                    <a:pt x="69086" y="152966"/>
                  </a:cubicBezTo>
                  <a:lnTo>
                    <a:pt x="129026" y="152966"/>
                  </a:lnTo>
                  <a:cubicBezTo>
                    <a:pt x="121657" y="166905"/>
                    <a:pt x="111409" y="178301"/>
                    <a:pt x="99056" y="185648"/>
                  </a:cubicBezTo>
                  <a:close/>
                  <a:moveTo>
                    <a:pt x="63832" y="141356"/>
                  </a:moveTo>
                  <a:cubicBezTo>
                    <a:pt x="59569" y="130163"/>
                    <a:pt x="56981" y="117799"/>
                    <a:pt x="56385" y="104861"/>
                  </a:cubicBezTo>
                  <a:lnTo>
                    <a:pt x="141727" y="104861"/>
                  </a:lnTo>
                  <a:cubicBezTo>
                    <a:pt x="141131" y="117799"/>
                    <a:pt x="138544" y="130163"/>
                    <a:pt x="134269" y="141356"/>
                  </a:cubicBezTo>
                  <a:lnTo>
                    <a:pt x="63832" y="141356"/>
                  </a:lnTo>
                  <a:close/>
                  <a:moveTo>
                    <a:pt x="11801" y="104861"/>
                  </a:moveTo>
                  <a:lnTo>
                    <a:pt x="44764" y="104861"/>
                  </a:lnTo>
                  <a:cubicBezTo>
                    <a:pt x="45304" y="117653"/>
                    <a:pt x="47644" y="129983"/>
                    <a:pt x="51536" y="141356"/>
                  </a:cubicBezTo>
                  <a:lnTo>
                    <a:pt x="22534" y="141356"/>
                  </a:lnTo>
                  <a:cubicBezTo>
                    <a:pt x="16459" y="130410"/>
                    <a:pt x="12667" y="118035"/>
                    <a:pt x="11801" y="104861"/>
                  </a:cubicBezTo>
                  <a:close/>
                  <a:moveTo>
                    <a:pt x="22534" y="56756"/>
                  </a:moveTo>
                  <a:lnTo>
                    <a:pt x="51536" y="56756"/>
                  </a:lnTo>
                  <a:cubicBezTo>
                    <a:pt x="47644" y="68141"/>
                    <a:pt x="45304" y="80460"/>
                    <a:pt x="44764" y="93251"/>
                  </a:cubicBezTo>
                  <a:lnTo>
                    <a:pt x="11801" y="93251"/>
                  </a:lnTo>
                  <a:cubicBezTo>
                    <a:pt x="12667" y="80089"/>
                    <a:pt x="16459" y="67703"/>
                    <a:pt x="22534" y="56756"/>
                  </a:cubicBezTo>
                  <a:close/>
                  <a:moveTo>
                    <a:pt x="99056" y="12465"/>
                  </a:moveTo>
                  <a:cubicBezTo>
                    <a:pt x="111409" y="19823"/>
                    <a:pt x="121657" y="31219"/>
                    <a:pt x="129026" y="45146"/>
                  </a:cubicBezTo>
                  <a:lnTo>
                    <a:pt x="69086" y="45146"/>
                  </a:lnTo>
                  <a:cubicBezTo>
                    <a:pt x="76455" y="31219"/>
                    <a:pt x="86704" y="19823"/>
                    <a:pt x="99056" y="12465"/>
                  </a:cubicBezTo>
                  <a:close/>
                  <a:moveTo>
                    <a:pt x="134269" y="56756"/>
                  </a:moveTo>
                  <a:cubicBezTo>
                    <a:pt x="138544" y="67961"/>
                    <a:pt x="141131" y="80325"/>
                    <a:pt x="141727" y="93251"/>
                  </a:cubicBezTo>
                  <a:lnTo>
                    <a:pt x="56385" y="93251"/>
                  </a:lnTo>
                  <a:cubicBezTo>
                    <a:pt x="56981" y="80325"/>
                    <a:pt x="59569" y="67961"/>
                    <a:pt x="63832" y="56756"/>
                  </a:cubicBezTo>
                  <a:lnTo>
                    <a:pt x="134269" y="56756"/>
                  </a:lnTo>
                  <a:close/>
                  <a:moveTo>
                    <a:pt x="186311" y="93251"/>
                  </a:moveTo>
                  <a:lnTo>
                    <a:pt x="153349" y="93251"/>
                  </a:lnTo>
                  <a:cubicBezTo>
                    <a:pt x="152809" y="80460"/>
                    <a:pt x="150469" y="68141"/>
                    <a:pt x="146576" y="56756"/>
                  </a:cubicBezTo>
                  <a:lnTo>
                    <a:pt x="175568" y="56756"/>
                  </a:lnTo>
                  <a:cubicBezTo>
                    <a:pt x="181642" y="67703"/>
                    <a:pt x="185445" y="80089"/>
                    <a:pt x="186311" y="93251"/>
                  </a:cubicBezTo>
                  <a:close/>
                  <a:moveTo>
                    <a:pt x="141930" y="45146"/>
                  </a:moveTo>
                  <a:cubicBezTo>
                    <a:pt x="136418" y="33233"/>
                    <a:pt x="129071" y="22703"/>
                    <a:pt x="120262" y="14209"/>
                  </a:cubicBezTo>
                  <a:cubicBezTo>
                    <a:pt x="139388" y="19001"/>
                    <a:pt x="156049" y="30094"/>
                    <a:pt x="167873" y="45146"/>
                  </a:cubicBezTo>
                  <a:lnTo>
                    <a:pt x="141930" y="45146"/>
                  </a:lnTo>
                  <a:close/>
                  <a:moveTo>
                    <a:pt x="77850" y="14209"/>
                  </a:moveTo>
                  <a:cubicBezTo>
                    <a:pt x="69041" y="22703"/>
                    <a:pt x="61695" y="33233"/>
                    <a:pt x="56183" y="45146"/>
                  </a:cubicBezTo>
                  <a:lnTo>
                    <a:pt x="30240" y="45146"/>
                  </a:lnTo>
                  <a:cubicBezTo>
                    <a:pt x="42064" y="30094"/>
                    <a:pt x="58725" y="19001"/>
                    <a:pt x="77850" y="14209"/>
                  </a:cubicBezTo>
                  <a:close/>
                  <a:moveTo>
                    <a:pt x="56183" y="152966"/>
                  </a:moveTo>
                  <a:cubicBezTo>
                    <a:pt x="61695" y="164880"/>
                    <a:pt x="69041" y="175410"/>
                    <a:pt x="77850" y="183904"/>
                  </a:cubicBezTo>
                  <a:cubicBezTo>
                    <a:pt x="58725" y="179123"/>
                    <a:pt x="42064" y="168030"/>
                    <a:pt x="30240" y="152966"/>
                  </a:cubicBezTo>
                  <a:lnTo>
                    <a:pt x="56183" y="152966"/>
                  </a:lnTo>
                  <a:close/>
                  <a:moveTo>
                    <a:pt x="120262" y="183904"/>
                  </a:moveTo>
                  <a:cubicBezTo>
                    <a:pt x="129071" y="175410"/>
                    <a:pt x="136418" y="164880"/>
                    <a:pt x="141930" y="152966"/>
                  </a:cubicBezTo>
                  <a:lnTo>
                    <a:pt x="167873" y="152966"/>
                  </a:lnTo>
                  <a:cubicBezTo>
                    <a:pt x="156049" y="168030"/>
                    <a:pt x="139388" y="179123"/>
                    <a:pt x="120262" y="183904"/>
                  </a:cubicBezTo>
                  <a:close/>
                </a:path>
              </a:pathLst>
            </a:custGeom>
            <a:solidFill>
              <a:srgbClr val="FFFFFF"/>
            </a:solidFill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8E9381B3-1FB1-4584-A721-6F512828F8C5}"/>
              </a:ext>
            </a:extLst>
          </p:cNvPr>
          <p:cNvSpPr/>
          <p:nvPr/>
        </p:nvSpPr>
        <p:spPr>
          <a:xfrm rot="10637455">
            <a:off x="205803" y="289350"/>
            <a:ext cx="198359" cy="182902"/>
          </a:xfrm>
          <a:custGeom>
            <a:avLst/>
            <a:gdLst>
              <a:gd name="connsiteX0" fmla="*/ 107550 w 198359"/>
              <a:gd name="connsiteY0" fmla="*/ 0 h 182902"/>
              <a:gd name="connsiteX1" fmla="*/ 198360 w 198359"/>
              <a:gd name="connsiteY1" fmla="*/ 90821 h 182902"/>
              <a:gd name="connsiteX2" fmla="*/ 106279 w 198359"/>
              <a:gd name="connsiteY2" fmla="*/ 182902 h 182902"/>
              <a:gd name="connsiteX3" fmla="*/ 80910 w 198359"/>
              <a:gd name="connsiteY3" fmla="*/ 157534 h 182902"/>
              <a:gd name="connsiteX4" fmla="*/ 147881 w 198359"/>
              <a:gd name="connsiteY4" fmla="*/ 90563 h 182902"/>
              <a:gd name="connsiteX5" fmla="*/ 81686 w 198359"/>
              <a:gd name="connsiteY5" fmla="*/ 24356 h 182902"/>
              <a:gd name="connsiteX6" fmla="*/ 107550 w 198359"/>
              <a:gd name="connsiteY6" fmla="*/ 0 h 182902"/>
              <a:gd name="connsiteX7" fmla="*/ 17752 w 198359"/>
              <a:gd name="connsiteY7" fmla="*/ 23850 h 182902"/>
              <a:gd name="connsiteX8" fmla="*/ 84724 w 198359"/>
              <a:gd name="connsiteY8" fmla="*/ 90821 h 182902"/>
              <a:gd name="connsiteX9" fmla="*/ 14963 w 198359"/>
              <a:gd name="connsiteY9" fmla="*/ 160582 h 182902"/>
              <a:gd name="connsiteX10" fmla="*/ 0 w 198359"/>
              <a:gd name="connsiteY10" fmla="*/ 145620 h 182902"/>
              <a:gd name="connsiteX11" fmla="*/ 54281 w 198359"/>
              <a:gd name="connsiteY11" fmla="*/ 91327 h 182902"/>
              <a:gd name="connsiteX12" fmla="*/ 1766 w 198359"/>
              <a:gd name="connsiteY12" fmla="*/ 38813 h 182902"/>
              <a:gd name="connsiteX13" fmla="*/ 17752 w 198359"/>
              <a:gd name="connsiteY13" fmla="*/ 23850 h 18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8359" h="182902">
                <a:moveTo>
                  <a:pt x="107550" y="0"/>
                </a:moveTo>
                <a:lnTo>
                  <a:pt x="198360" y="90821"/>
                </a:lnTo>
                <a:lnTo>
                  <a:pt x="106279" y="182902"/>
                </a:lnTo>
                <a:lnTo>
                  <a:pt x="80910" y="157534"/>
                </a:lnTo>
                <a:lnTo>
                  <a:pt x="147881" y="90563"/>
                </a:lnTo>
                <a:lnTo>
                  <a:pt x="81686" y="24356"/>
                </a:lnTo>
                <a:lnTo>
                  <a:pt x="107550" y="0"/>
                </a:lnTo>
                <a:close/>
                <a:moveTo>
                  <a:pt x="17752" y="23850"/>
                </a:moveTo>
                <a:lnTo>
                  <a:pt x="84724" y="90821"/>
                </a:lnTo>
                <a:lnTo>
                  <a:pt x="14963" y="160582"/>
                </a:lnTo>
                <a:lnTo>
                  <a:pt x="0" y="145620"/>
                </a:lnTo>
                <a:lnTo>
                  <a:pt x="54281" y="91327"/>
                </a:lnTo>
                <a:lnTo>
                  <a:pt x="1766" y="38813"/>
                </a:lnTo>
                <a:lnTo>
                  <a:pt x="17752" y="23850"/>
                </a:lnTo>
                <a:close/>
              </a:path>
            </a:pathLst>
          </a:custGeom>
          <a:solidFill>
            <a:srgbClr val="858A8C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020FA3DA-D5D5-49BF-93C7-33BE60D6B9BD}"/>
              </a:ext>
            </a:extLst>
          </p:cNvPr>
          <p:cNvSpPr/>
          <p:nvPr/>
        </p:nvSpPr>
        <p:spPr>
          <a:xfrm>
            <a:off x="833046" y="4110526"/>
            <a:ext cx="3538534" cy="2528195"/>
          </a:xfrm>
          <a:prstGeom prst="roundRect">
            <a:avLst>
              <a:gd name="adj" fmla="val 3122"/>
            </a:avLst>
          </a:prstGeom>
          <a:solidFill>
            <a:srgbClr val="2E335E"/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49999907-C088-4E5D-90C5-C39D67523CAE}"/>
              </a:ext>
            </a:extLst>
          </p:cNvPr>
          <p:cNvSpPr/>
          <p:nvPr/>
        </p:nvSpPr>
        <p:spPr>
          <a:xfrm>
            <a:off x="850318" y="1725621"/>
            <a:ext cx="7326214" cy="2189440"/>
          </a:xfrm>
          <a:prstGeom prst="roundRect">
            <a:avLst>
              <a:gd name="adj" fmla="val 3074"/>
            </a:avLst>
          </a:prstGeom>
          <a:solidFill>
            <a:srgbClr val="2E335E"/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76DA8729-9E5D-4DBB-AF87-8ECB08933703}"/>
              </a:ext>
            </a:extLst>
          </p:cNvPr>
          <p:cNvSpPr/>
          <p:nvPr/>
        </p:nvSpPr>
        <p:spPr>
          <a:xfrm>
            <a:off x="4625059" y="4122432"/>
            <a:ext cx="3551473" cy="2528195"/>
          </a:xfrm>
          <a:prstGeom prst="roundRect">
            <a:avLst>
              <a:gd name="adj" fmla="val 2750"/>
            </a:avLst>
          </a:prstGeom>
          <a:solidFill>
            <a:srgbClr val="2E335E"/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71B0AF95-A3C2-4E8F-A308-25CF74999B18}"/>
              </a:ext>
            </a:extLst>
          </p:cNvPr>
          <p:cNvSpPr/>
          <p:nvPr/>
        </p:nvSpPr>
        <p:spPr>
          <a:xfrm>
            <a:off x="833048" y="522561"/>
            <a:ext cx="2248108" cy="978748"/>
          </a:xfrm>
          <a:prstGeom prst="roundRect">
            <a:avLst>
              <a:gd name="adj" fmla="val 14180"/>
            </a:avLst>
          </a:prstGeom>
          <a:gradFill flip="none" rotWithShape="1">
            <a:gsLst>
              <a:gs pos="73000">
                <a:srgbClr val="000E26"/>
              </a:gs>
              <a:gs pos="100000">
                <a:srgbClr val="7030A0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ED2D12E1-707A-4765-8028-AE2170BA8F84}"/>
              </a:ext>
            </a:extLst>
          </p:cNvPr>
          <p:cNvSpPr/>
          <p:nvPr/>
        </p:nvSpPr>
        <p:spPr>
          <a:xfrm>
            <a:off x="990606" y="857069"/>
            <a:ext cx="365760" cy="365771"/>
          </a:xfrm>
          <a:custGeom>
            <a:avLst/>
            <a:gdLst>
              <a:gd name="connsiteX0" fmla="*/ 182880 w 365760"/>
              <a:gd name="connsiteY0" fmla="*/ 0 h 365771"/>
              <a:gd name="connsiteX1" fmla="*/ 365760 w 365760"/>
              <a:gd name="connsiteY1" fmla="*/ 182891 h 365771"/>
              <a:gd name="connsiteX2" fmla="*/ 182880 w 365760"/>
              <a:gd name="connsiteY2" fmla="*/ 365771 h 365771"/>
              <a:gd name="connsiteX3" fmla="*/ 0 w 365760"/>
              <a:gd name="connsiteY3" fmla="*/ 182891 h 365771"/>
              <a:gd name="connsiteX4" fmla="*/ 182880 w 365760"/>
              <a:gd name="connsiteY4" fmla="*/ 0 h 36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365771">
                <a:moveTo>
                  <a:pt x="182880" y="0"/>
                </a:moveTo>
                <a:cubicBezTo>
                  <a:pt x="283883" y="0"/>
                  <a:pt x="365760" y="81889"/>
                  <a:pt x="365760" y="182891"/>
                </a:cubicBezTo>
                <a:cubicBezTo>
                  <a:pt x="365760" y="283894"/>
                  <a:pt x="283883" y="365771"/>
                  <a:pt x="182880" y="365771"/>
                </a:cubicBezTo>
                <a:cubicBezTo>
                  <a:pt x="81878" y="365771"/>
                  <a:pt x="0" y="283894"/>
                  <a:pt x="0" y="182891"/>
                </a:cubicBezTo>
                <a:cubicBezTo>
                  <a:pt x="0" y="81889"/>
                  <a:pt x="81878" y="0"/>
                  <a:pt x="182880" y="0"/>
                </a:cubicBezTo>
                <a:close/>
              </a:path>
            </a:pathLst>
          </a:custGeom>
          <a:solidFill>
            <a:srgbClr val="870FFC">
              <a:alpha val="15000"/>
            </a:srgb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E99F2499-A78F-4BCF-B3EC-1AC1AA8EEF70}"/>
              </a:ext>
            </a:extLst>
          </p:cNvPr>
          <p:cNvSpPr/>
          <p:nvPr/>
        </p:nvSpPr>
        <p:spPr>
          <a:xfrm>
            <a:off x="1097287" y="963764"/>
            <a:ext cx="152401" cy="152392"/>
          </a:xfrm>
          <a:custGeom>
            <a:avLst/>
            <a:gdLst>
              <a:gd name="connsiteX0" fmla="*/ 97045 w 152401"/>
              <a:gd name="connsiteY0" fmla="*/ 34504 h 152392"/>
              <a:gd name="connsiteX1" fmla="*/ 113526 w 152401"/>
              <a:gd name="connsiteY1" fmla="*/ 10339 h 152392"/>
              <a:gd name="connsiteX2" fmla="*/ 114280 w 152401"/>
              <a:gd name="connsiteY2" fmla="*/ 7144 h 152392"/>
              <a:gd name="connsiteX3" fmla="*/ 107159 w 152401"/>
              <a:gd name="connsiteY3" fmla="*/ 0 h 152392"/>
              <a:gd name="connsiteX4" fmla="*/ 45250 w 152401"/>
              <a:gd name="connsiteY4" fmla="*/ 0 h 152392"/>
              <a:gd name="connsiteX5" fmla="*/ 45250 w 152401"/>
              <a:gd name="connsiteY5" fmla="*/ 0 h 152392"/>
              <a:gd name="connsiteX6" fmla="*/ 38106 w 152401"/>
              <a:gd name="connsiteY6" fmla="*/ 7144 h 152392"/>
              <a:gd name="connsiteX7" fmla="*/ 38860 w 152401"/>
              <a:gd name="connsiteY7" fmla="*/ 10339 h 152392"/>
              <a:gd name="connsiteX8" fmla="*/ 55364 w 152401"/>
              <a:gd name="connsiteY8" fmla="*/ 34504 h 152392"/>
              <a:gd name="connsiteX9" fmla="*/ 25 w 152401"/>
              <a:gd name="connsiteY9" fmla="*/ 122625 h 152392"/>
              <a:gd name="connsiteX10" fmla="*/ 32672 w 152401"/>
              <a:gd name="connsiteY10" fmla="*/ 152392 h 152392"/>
              <a:gd name="connsiteX11" fmla="*/ 119736 w 152401"/>
              <a:gd name="connsiteY11" fmla="*/ 152392 h 152392"/>
              <a:gd name="connsiteX12" fmla="*/ 152384 w 152401"/>
              <a:gd name="connsiteY12" fmla="*/ 122625 h 152392"/>
              <a:gd name="connsiteX13" fmla="*/ 97045 w 152401"/>
              <a:gd name="connsiteY13" fmla="*/ 34504 h 152392"/>
              <a:gd name="connsiteX14" fmla="*/ 93557 w 152401"/>
              <a:gd name="connsiteY14" fmla="*/ 14287 h 152392"/>
              <a:gd name="connsiteX15" fmla="*/ 82172 w 152401"/>
              <a:gd name="connsiteY15" fmla="*/ 30960 h 152392"/>
              <a:gd name="connsiteX16" fmla="*/ 70236 w 152401"/>
              <a:gd name="connsiteY16" fmla="*/ 30960 h 152392"/>
              <a:gd name="connsiteX17" fmla="*/ 58862 w 152401"/>
              <a:gd name="connsiteY17" fmla="*/ 14287 h 152392"/>
              <a:gd name="connsiteX18" fmla="*/ 93557 w 152401"/>
              <a:gd name="connsiteY18" fmla="*/ 14287 h 152392"/>
              <a:gd name="connsiteX19" fmla="*/ 138096 w 152401"/>
              <a:gd name="connsiteY19" fmla="*/ 122625 h 152392"/>
              <a:gd name="connsiteX20" fmla="*/ 119736 w 152401"/>
              <a:gd name="connsiteY20" fmla="*/ 138105 h 152392"/>
              <a:gd name="connsiteX21" fmla="*/ 32672 w 152401"/>
              <a:gd name="connsiteY21" fmla="*/ 138105 h 152392"/>
              <a:gd name="connsiteX22" fmla="*/ 14324 w 152401"/>
              <a:gd name="connsiteY22" fmla="*/ 122625 h 152392"/>
              <a:gd name="connsiteX23" fmla="*/ 65196 w 152401"/>
              <a:gd name="connsiteY23" fmla="*/ 45236 h 152392"/>
              <a:gd name="connsiteX24" fmla="*/ 87246 w 152401"/>
              <a:gd name="connsiteY24" fmla="*/ 45236 h 152392"/>
              <a:gd name="connsiteX25" fmla="*/ 138096 w 152401"/>
              <a:gd name="connsiteY25" fmla="*/ 122625 h 152392"/>
              <a:gd name="connsiteX26" fmla="*/ 138096 w 152401"/>
              <a:gd name="connsiteY26" fmla="*/ 122625 h 152392"/>
              <a:gd name="connsiteX27" fmla="*/ 85019 w 152401"/>
              <a:gd name="connsiteY27" fmla="*/ 92486 h 152392"/>
              <a:gd name="connsiteX28" fmla="*/ 70427 w 152401"/>
              <a:gd name="connsiteY28" fmla="*/ 88166 h 152392"/>
              <a:gd name="connsiteX29" fmla="*/ 67581 w 152401"/>
              <a:gd name="connsiteY29" fmla="*/ 84094 h 152392"/>
              <a:gd name="connsiteX30" fmla="*/ 71406 w 152401"/>
              <a:gd name="connsiteY30" fmla="*/ 79864 h 152392"/>
              <a:gd name="connsiteX31" fmla="*/ 80507 w 152401"/>
              <a:gd name="connsiteY31" fmla="*/ 79864 h 152392"/>
              <a:gd name="connsiteX32" fmla="*/ 84659 w 152401"/>
              <a:gd name="connsiteY32" fmla="*/ 81056 h 152392"/>
              <a:gd name="connsiteX33" fmla="*/ 86155 w 152401"/>
              <a:gd name="connsiteY33" fmla="*/ 81517 h 152392"/>
              <a:gd name="connsiteX34" fmla="*/ 87932 w 152401"/>
              <a:gd name="connsiteY34" fmla="*/ 80831 h 152392"/>
              <a:gd name="connsiteX35" fmla="*/ 91724 w 152401"/>
              <a:gd name="connsiteY35" fmla="*/ 77209 h 152392"/>
              <a:gd name="connsiteX36" fmla="*/ 92522 w 152401"/>
              <a:gd name="connsiteY36" fmla="*/ 75352 h 152392"/>
              <a:gd name="connsiteX37" fmla="*/ 91532 w 152401"/>
              <a:gd name="connsiteY37" fmla="*/ 73339 h 152392"/>
              <a:gd name="connsiteX38" fmla="*/ 81351 w 152401"/>
              <a:gd name="connsiteY38" fmla="*/ 69716 h 152392"/>
              <a:gd name="connsiteX39" fmla="*/ 81351 w 152401"/>
              <a:gd name="connsiteY39" fmla="*/ 64474 h 152392"/>
              <a:gd name="connsiteX40" fmla="*/ 78775 w 152401"/>
              <a:gd name="connsiteY40" fmla="*/ 61909 h 152392"/>
              <a:gd name="connsiteX41" fmla="*/ 78764 w 152401"/>
              <a:gd name="connsiteY41" fmla="*/ 61909 h 152392"/>
              <a:gd name="connsiteX42" fmla="*/ 73577 w 152401"/>
              <a:gd name="connsiteY42" fmla="*/ 61909 h 152392"/>
              <a:gd name="connsiteX43" fmla="*/ 73577 w 152401"/>
              <a:gd name="connsiteY43" fmla="*/ 61909 h 152392"/>
              <a:gd name="connsiteX44" fmla="*/ 70990 w 152401"/>
              <a:gd name="connsiteY44" fmla="*/ 64474 h 152392"/>
              <a:gd name="connsiteX45" fmla="*/ 70990 w 152401"/>
              <a:gd name="connsiteY45" fmla="*/ 69671 h 152392"/>
              <a:gd name="connsiteX46" fmla="*/ 57152 w 152401"/>
              <a:gd name="connsiteY46" fmla="*/ 84128 h 152392"/>
              <a:gd name="connsiteX47" fmla="*/ 67390 w 152401"/>
              <a:gd name="connsiteY47" fmla="*/ 98033 h 152392"/>
              <a:gd name="connsiteX48" fmla="*/ 81981 w 152401"/>
              <a:gd name="connsiteY48" fmla="*/ 102364 h 152392"/>
              <a:gd name="connsiteX49" fmla="*/ 84827 w 152401"/>
              <a:gd name="connsiteY49" fmla="*/ 106436 h 152392"/>
              <a:gd name="connsiteX50" fmla="*/ 81002 w 152401"/>
              <a:gd name="connsiteY50" fmla="*/ 110666 h 152392"/>
              <a:gd name="connsiteX51" fmla="*/ 71890 w 152401"/>
              <a:gd name="connsiteY51" fmla="*/ 110666 h 152392"/>
              <a:gd name="connsiteX52" fmla="*/ 67750 w 152401"/>
              <a:gd name="connsiteY52" fmla="*/ 109474 h 152392"/>
              <a:gd name="connsiteX53" fmla="*/ 66254 w 152401"/>
              <a:gd name="connsiteY53" fmla="*/ 109013 h 152392"/>
              <a:gd name="connsiteX54" fmla="*/ 64476 w 152401"/>
              <a:gd name="connsiteY54" fmla="*/ 109699 h 152392"/>
              <a:gd name="connsiteX55" fmla="*/ 60651 w 152401"/>
              <a:gd name="connsiteY55" fmla="*/ 113287 h 152392"/>
              <a:gd name="connsiteX56" fmla="*/ 59852 w 152401"/>
              <a:gd name="connsiteY56" fmla="*/ 115144 h 152392"/>
              <a:gd name="connsiteX57" fmla="*/ 60842 w 152401"/>
              <a:gd name="connsiteY57" fmla="*/ 117158 h 152392"/>
              <a:gd name="connsiteX58" fmla="*/ 71024 w 152401"/>
              <a:gd name="connsiteY58" fmla="*/ 120780 h 152392"/>
              <a:gd name="connsiteX59" fmla="*/ 71024 w 152401"/>
              <a:gd name="connsiteY59" fmla="*/ 126000 h 152392"/>
              <a:gd name="connsiteX60" fmla="*/ 73600 w 152401"/>
              <a:gd name="connsiteY60" fmla="*/ 128565 h 152392"/>
              <a:gd name="connsiteX61" fmla="*/ 73611 w 152401"/>
              <a:gd name="connsiteY61" fmla="*/ 128565 h 152392"/>
              <a:gd name="connsiteX62" fmla="*/ 78797 w 152401"/>
              <a:gd name="connsiteY62" fmla="*/ 128565 h 152392"/>
              <a:gd name="connsiteX63" fmla="*/ 78797 w 152401"/>
              <a:gd name="connsiteY63" fmla="*/ 128565 h 152392"/>
              <a:gd name="connsiteX64" fmla="*/ 81385 w 152401"/>
              <a:gd name="connsiteY64" fmla="*/ 126000 h 152392"/>
              <a:gd name="connsiteX65" fmla="*/ 81385 w 152401"/>
              <a:gd name="connsiteY65" fmla="*/ 120847 h 152392"/>
              <a:gd name="connsiteX66" fmla="*/ 95256 w 152401"/>
              <a:gd name="connsiteY66" fmla="*/ 106391 h 152392"/>
              <a:gd name="connsiteX67" fmla="*/ 85019 w 152401"/>
              <a:gd name="connsiteY67" fmla="*/ 92486 h 152392"/>
              <a:gd name="connsiteX68" fmla="*/ 85019 w 152401"/>
              <a:gd name="connsiteY68" fmla="*/ 92486 h 15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152401" h="152392">
                <a:moveTo>
                  <a:pt x="97045" y="34504"/>
                </a:moveTo>
                <a:lnTo>
                  <a:pt x="113526" y="10339"/>
                </a:lnTo>
                <a:cubicBezTo>
                  <a:pt x="114032" y="9349"/>
                  <a:pt x="114280" y="8246"/>
                  <a:pt x="114280" y="7144"/>
                </a:cubicBezTo>
                <a:cubicBezTo>
                  <a:pt x="114280" y="3206"/>
                  <a:pt x="111096" y="11"/>
                  <a:pt x="107159" y="0"/>
                </a:cubicBezTo>
                <a:lnTo>
                  <a:pt x="45250" y="0"/>
                </a:lnTo>
                <a:cubicBezTo>
                  <a:pt x="45250" y="0"/>
                  <a:pt x="45250" y="0"/>
                  <a:pt x="45250" y="0"/>
                </a:cubicBezTo>
                <a:cubicBezTo>
                  <a:pt x="41301" y="0"/>
                  <a:pt x="38106" y="3195"/>
                  <a:pt x="38106" y="7144"/>
                </a:cubicBezTo>
                <a:cubicBezTo>
                  <a:pt x="38106" y="8246"/>
                  <a:pt x="38365" y="9349"/>
                  <a:pt x="38860" y="10339"/>
                </a:cubicBezTo>
                <a:lnTo>
                  <a:pt x="55364" y="34504"/>
                </a:lnTo>
                <a:cubicBezTo>
                  <a:pt x="-2923" y="70144"/>
                  <a:pt x="25" y="116696"/>
                  <a:pt x="25" y="122625"/>
                </a:cubicBezTo>
                <a:cubicBezTo>
                  <a:pt x="25" y="139073"/>
                  <a:pt x="14650" y="152392"/>
                  <a:pt x="32672" y="152392"/>
                </a:cubicBezTo>
                <a:lnTo>
                  <a:pt x="119736" y="152392"/>
                </a:lnTo>
                <a:cubicBezTo>
                  <a:pt x="137770" y="152392"/>
                  <a:pt x="152384" y="139073"/>
                  <a:pt x="152384" y="122625"/>
                </a:cubicBezTo>
                <a:cubicBezTo>
                  <a:pt x="152384" y="116797"/>
                  <a:pt x="155005" y="69941"/>
                  <a:pt x="97045" y="34504"/>
                </a:cubicBezTo>
                <a:close/>
                <a:moveTo>
                  <a:pt x="93557" y="14287"/>
                </a:moveTo>
                <a:lnTo>
                  <a:pt x="82172" y="30960"/>
                </a:lnTo>
                <a:lnTo>
                  <a:pt x="70236" y="30960"/>
                </a:lnTo>
                <a:lnTo>
                  <a:pt x="58862" y="14287"/>
                </a:lnTo>
                <a:lnTo>
                  <a:pt x="93557" y="14287"/>
                </a:lnTo>
                <a:close/>
                <a:moveTo>
                  <a:pt x="138096" y="122625"/>
                </a:moveTo>
                <a:cubicBezTo>
                  <a:pt x="138096" y="131164"/>
                  <a:pt x="129861" y="138105"/>
                  <a:pt x="119736" y="138105"/>
                </a:cubicBezTo>
                <a:lnTo>
                  <a:pt x="32672" y="138105"/>
                </a:lnTo>
                <a:cubicBezTo>
                  <a:pt x="22559" y="138105"/>
                  <a:pt x="14324" y="131164"/>
                  <a:pt x="14324" y="122625"/>
                </a:cubicBezTo>
                <a:cubicBezTo>
                  <a:pt x="14076" y="98516"/>
                  <a:pt x="24032" y="70402"/>
                  <a:pt x="65196" y="45236"/>
                </a:cubicBezTo>
                <a:lnTo>
                  <a:pt x="87246" y="45236"/>
                </a:lnTo>
                <a:cubicBezTo>
                  <a:pt x="128196" y="70301"/>
                  <a:pt x="138299" y="98494"/>
                  <a:pt x="138096" y="122625"/>
                </a:cubicBezTo>
                <a:lnTo>
                  <a:pt x="138096" y="122625"/>
                </a:lnTo>
                <a:close/>
                <a:moveTo>
                  <a:pt x="85019" y="92486"/>
                </a:moveTo>
                <a:lnTo>
                  <a:pt x="70427" y="88166"/>
                </a:lnTo>
                <a:cubicBezTo>
                  <a:pt x="68751" y="87682"/>
                  <a:pt x="67581" y="86017"/>
                  <a:pt x="67581" y="84094"/>
                </a:cubicBezTo>
                <a:cubicBezTo>
                  <a:pt x="67581" y="81754"/>
                  <a:pt x="69302" y="79864"/>
                  <a:pt x="71406" y="79864"/>
                </a:cubicBezTo>
                <a:lnTo>
                  <a:pt x="80507" y="79864"/>
                </a:lnTo>
                <a:cubicBezTo>
                  <a:pt x="81981" y="79864"/>
                  <a:pt x="83410" y="80280"/>
                  <a:pt x="84659" y="81056"/>
                </a:cubicBezTo>
                <a:cubicBezTo>
                  <a:pt x="85097" y="81349"/>
                  <a:pt x="85615" y="81517"/>
                  <a:pt x="86155" y="81517"/>
                </a:cubicBezTo>
                <a:cubicBezTo>
                  <a:pt x="86807" y="81517"/>
                  <a:pt x="87449" y="81270"/>
                  <a:pt x="87932" y="80831"/>
                </a:cubicBezTo>
                <a:lnTo>
                  <a:pt x="91724" y="77209"/>
                </a:lnTo>
                <a:cubicBezTo>
                  <a:pt x="92230" y="76725"/>
                  <a:pt x="92522" y="76050"/>
                  <a:pt x="92522" y="75352"/>
                </a:cubicBezTo>
                <a:cubicBezTo>
                  <a:pt x="92522" y="74565"/>
                  <a:pt x="92151" y="73822"/>
                  <a:pt x="91532" y="73339"/>
                </a:cubicBezTo>
                <a:cubicBezTo>
                  <a:pt x="88562" y="71168"/>
                  <a:pt x="85030" y="69896"/>
                  <a:pt x="81351" y="69716"/>
                </a:cubicBezTo>
                <a:lnTo>
                  <a:pt x="81351" y="64474"/>
                </a:lnTo>
                <a:cubicBezTo>
                  <a:pt x="81351" y="63056"/>
                  <a:pt x="80192" y="61909"/>
                  <a:pt x="78775" y="61909"/>
                </a:cubicBezTo>
                <a:cubicBezTo>
                  <a:pt x="78764" y="61909"/>
                  <a:pt x="78764" y="61909"/>
                  <a:pt x="78764" y="61909"/>
                </a:cubicBezTo>
                <a:lnTo>
                  <a:pt x="73577" y="61909"/>
                </a:lnTo>
                <a:cubicBezTo>
                  <a:pt x="73577" y="61909"/>
                  <a:pt x="73577" y="61909"/>
                  <a:pt x="73577" y="61909"/>
                </a:cubicBezTo>
                <a:cubicBezTo>
                  <a:pt x="72149" y="61909"/>
                  <a:pt x="71001" y="63056"/>
                  <a:pt x="70990" y="64474"/>
                </a:cubicBezTo>
                <a:lnTo>
                  <a:pt x="70990" y="69671"/>
                </a:lnTo>
                <a:cubicBezTo>
                  <a:pt x="63306" y="69885"/>
                  <a:pt x="57152" y="76275"/>
                  <a:pt x="57152" y="84128"/>
                </a:cubicBezTo>
                <a:cubicBezTo>
                  <a:pt x="57152" y="90529"/>
                  <a:pt x="61371" y="96244"/>
                  <a:pt x="67390" y="98033"/>
                </a:cubicBezTo>
                <a:lnTo>
                  <a:pt x="81981" y="102364"/>
                </a:lnTo>
                <a:cubicBezTo>
                  <a:pt x="83657" y="102836"/>
                  <a:pt x="84827" y="104513"/>
                  <a:pt x="84827" y="106436"/>
                </a:cubicBezTo>
                <a:cubicBezTo>
                  <a:pt x="84827" y="108776"/>
                  <a:pt x="83106" y="110666"/>
                  <a:pt x="81002" y="110666"/>
                </a:cubicBezTo>
                <a:lnTo>
                  <a:pt x="71890" y="110666"/>
                </a:lnTo>
                <a:cubicBezTo>
                  <a:pt x="70427" y="110655"/>
                  <a:pt x="68999" y="110250"/>
                  <a:pt x="67750" y="109474"/>
                </a:cubicBezTo>
                <a:cubicBezTo>
                  <a:pt x="67311" y="109170"/>
                  <a:pt x="66782" y="109013"/>
                  <a:pt x="66254" y="109013"/>
                </a:cubicBezTo>
                <a:cubicBezTo>
                  <a:pt x="65601" y="109013"/>
                  <a:pt x="64960" y="109260"/>
                  <a:pt x="64476" y="109699"/>
                </a:cubicBezTo>
                <a:lnTo>
                  <a:pt x="60651" y="113287"/>
                </a:lnTo>
                <a:cubicBezTo>
                  <a:pt x="60134" y="113771"/>
                  <a:pt x="59852" y="114435"/>
                  <a:pt x="59852" y="115144"/>
                </a:cubicBezTo>
                <a:cubicBezTo>
                  <a:pt x="59852" y="115931"/>
                  <a:pt x="60212" y="116674"/>
                  <a:pt x="60842" y="117158"/>
                </a:cubicBezTo>
                <a:cubicBezTo>
                  <a:pt x="63812" y="119329"/>
                  <a:pt x="67345" y="120589"/>
                  <a:pt x="71024" y="120780"/>
                </a:cubicBezTo>
                <a:lnTo>
                  <a:pt x="71024" y="126000"/>
                </a:lnTo>
                <a:cubicBezTo>
                  <a:pt x="71024" y="127429"/>
                  <a:pt x="72182" y="128565"/>
                  <a:pt x="73600" y="128565"/>
                </a:cubicBezTo>
                <a:cubicBezTo>
                  <a:pt x="73600" y="128565"/>
                  <a:pt x="73611" y="128565"/>
                  <a:pt x="73611" y="128565"/>
                </a:cubicBezTo>
                <a:lnTo>
                  <a:pt x="78797" y="128565"/>
                </a:lnTo>
                <a:cubicBezTo>
                  <a:pt x="78797" y="128565"/>
                  <a:pt x="78797" y="128565"/>
                  <a:pt x="78797" y="128565"/>
                </a:cubicBezTo>
                <a:cubicBezTo>
                  <a:pt x="80215" y="128565"/>
                  <a:pt x="81374" y="127429"/>
                  <a:pt x="81385" y="126000"/>
                </a:cubicBezTo>
                <a:lnTo>
                  <a:pt x="81385" y="120847"/>
                </a:lnTo>
                <a:cubicBezTo>
                  <a:pt x="89035" y="120656"/>
                  <a:pt x="95222" y="114244"/>
                  <a:pt x="95256" y="106391"/>
                </a:cubicBezTo>
                <a:cubicBezTo>
                  <a:pt x="95256" y="99990"/>
                  <a:pt x="91037" y="94286"/>
                  <a:pt x="85019" y="92486"/>
                </a:cubicBezTo>
                <a:lnTo>
                  <a:pt x="85019" y="92486"/>
                </a:lnTo>
                <a:close/>
              </a:path>
            </a:pathLst>
          </a:custGeom>
          <a:solidFill>
            <a:srgbClr val="870FFC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069CEBE0-6F0D-4447-A85B-E781224710B5}"/>
              </a:ext>
            </a:extLst>
          </p:cNvPr>
          <p:cNvSpPr/>
          <p:nvPr/>
        </p:nvSpPr>
        <p:spPr>
          <a:xfrm>
            <a:off x="3375014" y="520089"/>
            <a:ext cx="2251169" cy="978748"/>
          </a:xfrm>
          <a:prstGeom prst="roundRect">
            <a:avLst>
              <a:gd name="adj" fmla="val 14180"/>
            </a:avLst>
          </a:prstGeom>
          <a:gradFill flip="none" rotWithShape="1">
            <a:gsLst>
              <a:gs pos="73000">
                <a:srgbClr val="000E26"/>
              </a:gs>
              <a:gs pos="100000">
                <a:schemeClr val="accent3">
                  <a:lumMod val="75000"/>
                </a:schemeClr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4B0AAFB8-879A-4257-BBAF-5DE9AF63F237}"/>
              </a:ext>
            </a:extLst>
          </p:cNvPr>
          <p:cNvSpPr/>
          <p:nvPr/>
        </p:nvSpPr>
        <p:spPr>
          <a:xfrm>
            <a:off x="3542348" y="826664"/>
            <a:ext cx="365759" cy="365759"/>
          </a:xfrm>
          <a:custGeom>
            <a:avLst/>
            <a:gdLst>
              <a:gd name="connsiteX0" fmla="*/ 182880 w 365759"/>
              <a:gd name="connsiteY0" fmla="*/ 0 h 365759"/>
              <a:gd name="connsiteX1" fmla="*/ 365760 w 365759"/>
              <a:gd name="connsiteY1" fmla="*/ 182880 h 365759"/>
              <a:gd name="connsiteX2" fmla="*/ 182880 w 365759"/>
              <a:gd name="connsiteY2" fmla="*/ 365760 h 365759"/>
              <a:gd name="connsiteX3" fmla="*/ 0 w 365759"/>
              <a:gd name="connsiteY3" fmla="*/ 182880 h 365759"/>
              <a:gd name="connsiteX4" fmla="*/ 182880 w 365759"/>
              <a:gd name="connsiteY4" fmla="*/ 0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59" h="365759">
                <a:moveTo>
                  <a:pt x="182880" y="0"/>
                </a:moveTo>
                <a:cubicBezTo>
                  <a:pt x="283882" y="0"/>
                  <a:pt x="365760" y="81877"/>
                  <a:pt x="365760" y="182880"/>
                </a:cubicBezTo>
                <a:cubicBezTo>
                  <a:pt x="365760" y="283883"/>
                  <a:pt x="283882" y="365760"/>
                  <a:pt x="182880" y="365760"/>
                </a:cubicBezTo>
                <a:cubicBezTo>
                  <a:pt x="81878" y="365760"/>
                  <a:pt x="0" y="283883"/>
                  <a:pt x="0" y="182880"/>
                </a:cubicBezTo>
                <a:cubicBezTo>
                  <a:pt x="0" y="81877"/>
                  <a:pt x="81878" y="0"/>
                  <a:pt x="182880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3F98DD80-0D59-4196-83C0-113FDF168D38}"/>
              </a:ext>
            </a:extLst>
          </p:cNvPr>
          <p:cNvSpPr/>
          <p:nvPr/>
        </p:nvSpPr>
        <p:spPr>
          <a:xfrm>
            <a:off x="3649032" y="933348"/>
            <a:ext cx="152392" cy="152392"/>
          </a:xfrm>
          <a:custGeom>
            <a:avLst/>
            <a:gdLst>
              <a:gd name="connsiteX0" fmla="*/ 67151 w 152392"/>
              <a:gd name="connsiteY0" fmla="*/ 69142 h 152392"/>
              <a:gd name="connsiteX1" fmla="*/ 82057 w 152392"/>
              <a:gd name="connsiteY1" fmla="*/ 73395 h 152392"/>
              <a:gd name="connsiteX2" fmla="*/ 83880 w 152392"/>
              <a:gd name="connsiteY2" fmla="*/ 75814 h 152392"/>
              <a:gd name="connsiteX3" fmla="*/ 81371 w 152392"/>
              <a:gd name="connsiteY3" fmla="*/ 78311 h 152392"/>
              <a:gd name="connsiteX4" fmla="*/ 71617 w 152392"/>
              <a:gd name="connsiteY4" fmla="*/ 78311 h 152392"/>
              <a:gd name="connsiteX5" fmla="*/ 68546 w 152392"/>
              <a:gd name="connsiteY5" fmla="*/ 77659 h 152392"/>
              <a:gd name="connsiteX6" fmla="*/ 64350 w 152392"/>
              <a:gd name="connsiteY6" fmla="*/ 78255 h 152392"/>
              <a:gd name="connsiteX7" fmla="*/ 59141 w 152392"/>
              <a:gd name="connsiteY7" fmla="*/ 83464 h 152392"/>
              <a:gd name="connsiteX8" fmla="*/ 59591 w 152392"/>
              <a:gd name="connsiteY8" fmla="*/ 88931 h 152392"/>
              <a:gd name="connsiteX9" fmla="*/ 69052 w 152392"/>
              <a:gd name="connsiteY9" fmla="*/ 92362 h 152392"/>
              <a:gd name="connsiteX10" fmla="*/ 69052 w 152392"/>
              <a:gd name="connsiteY10" fmla="*/ 97628 h 152392"/>
              <a:gd name="connsiteX11" fmla="*/ 73811 w 152392"/>
              <a:gd name="connsiteY11" fmla="*/ 102386 h 152392"/>
              <a:gd name="connsiteX12" fmla="*/ 78581 w 152392"/>
              <a:gd name="connsiteY12" fmla="*/ 102386 h 152392"/>
              <a:gd name="connsiteX13" fmla="*/ 83340 w 152392"/>
              <a:gd name="connsiteY13" fmla="*/ 97628 h 152392"/>
              <a:gd name="connsiteX14" fmla="*/ 83340 w 152392"/>
              <a:gd name="connsiteY14" fmla="*/ 92385 h 152392"/>
              <a:gd name="connsiteX15" fmla="*/ 98010 w 152392"/>
              <a:gd name="connsiteY15" fmla="*/ 73631 h 152392"/>
              <a:gd name="connsiteX16" fmla="*/ 85241 w 152392"/>
              <a:gd name="connsiteY16" fmla="*/ 59434 h 152392"/>
              <a:gd name="connsiteX17" fmla="*/ 70335 w 152392"/>
              <a:gd name="connsiteY17" fmla="*/ 55181 h 152392"/>
              <a:gd name="connsiteX18" fmla="*/ 68512 w 152392"/>
              <a:gd name="connsiteY18" fmla="*/ 52774 h 152392"/>
              <a:gd name="connsiteX19" fmla="*/ 71021 w 152392"/>
              <a:gd name="connsiteY19" fmla="*/ 50265 h 152392"/>
              <a:gd name="connsiteX20" fmla="*/ 80775 w 152392"/>
              <a:gd name="connsiteY20" fmla="*/ 50265 h 152392"/>
              <a:gd name="connsiteX21" fmla="*/ 83846 w 152392"/>
              <a:gd name="connsiteY21" fmla="*/ 50929 h 152392"/>
              <a:gd name="connsiteX22" fmla="*/ 88042 w 152392"/>
              <a:gd name="connsiteY22" fmla="*/ 50332 h 152392"/>
              <a:gd name="connsiteX23" fmla="*/ 93251 w 152392"/>
              <a:gd name="connsiteY23" fmla="*/ 45124 h 152392"/>
              <a:gd name="connsiteX24" fmla="*/ 92801 w 152392"/>
              <a:gd name="connsiteY24" fmla="*/ 39645 h 152392"/>
              <a:gd name="connsiteX25" fmla="*/ 83340 w 152392"/>
              <a:gd name="connsiteY25" fmla="*/ 36225 h 152392"/>
              <a:gd name="connsiteX26" fmla="*/ 83340 w 152392"/>
              <a:gd name="connsiteY26" fmla="*/ 30949 h 152392"/>
              <a:gd name="connsiteX27" fmla="*/ 78581 w 152392"/>
              <a:gd name="connsiteY27" fmla="*/ 26190 h 152392"/>
              <a:gd name="connsiteX28" fmla="*/ 73811 w 152392"/>
              <a:gd name="connsiteY28" fmla="*/ 26190 h 152392"/>
              <a:gd name="connsiteX29" fmla="*/ 69052 w 152392"/>
              <a:gd name="connsiteY29" fmla="*/ 30949 h 152392"/>
              <a:gd name="connsiteX30" fmla="*/ 69052 w 152392"/>
              <a:gd name="connsiteY30" fmla="*/ 36191 h 152392"/>
              <a:gd name="connsiteX31" fmla="*/ 54382 w 152392"/>
              <a:gd name="connsiteY31" fmla="*/ 54945 h 152392"/>
              <a:gd name="connsiteX32" fmla="*/ 67151 w 152392"/>
              <a:gd name="connsiteY32" fmla="*/ 69142 h 152392"/>
              <a:gd name="connsiteX33" fmla="*/ 67151 w 152392"/>
              <a:gd name="connsiteY33" fmla="*/ 69142 h 152392"/>
              <a:gd name="connsiteX34" fmla="*/ 142875 w 152392"/>
              <a:gd name="connsiteY34" fmla="*/ 95242 h 152392"/>
              <a:gd name="connsiteX35" fmla="*/ 132547 w 152392"/>
              <a:gd name="connsiteY35" fmla="*/ 95242 h 152392"/>
              <a:gd name="connsiteX36" fmla="*/ 140490 w 152392"/>
              <a:gd name="connsiteY36" fmla="*/ 64294 h 152392"/>
              <a:gd name="connsiteX37" fmla="*/ 76196 w 152392"/>
              <a:gd name="connsiteY37" fmla="*/ 0 h 152392"/>
              <a:gd name="connsiteX38" fmla="*/ 11902 w 152392"/>
              <a:gd name="connsiteY38" fmla="*/ 64294 h 152392"/>
              <a:gd name="connsiteX39" fmla="*/ 19845 w 152392"/>
              <a:gd name="connsiteY39" fmla="*/ 95242 h 152392"/>
              <a:gd name="connsiteX40" fmla="*/ 9517 w 152392"/>
              <a:gd name="connsiteY40" fmla="*/ 95242 h 152392"/>
              <a:gd name="connsiteX41" fmla="*/ 0 w 152392"/>
              <a:gd name="connsiteY41" fmla="*/ 106672 h 152392"/>
              <a:gd name="connsiteX42" fmla="*/ 0 w 152392"/>
              <a:gd name="connsiteY42" fmla="*/ 140962 h 152392"/>
              <a:gd name="connsiteX43" fmla="*/ 9517 w 152392"/>
              <a:gd name="connsiteY43" fmla="*/ 152392 h 152392"/>
              <a:gd name="connsiteX44" fmla="*/ 142875 w 152392"/>
              <a:gd name="connsiteY44" fmla="*/ 152392 h 152392"/>
              <a:gd name="connsiteX45" fmla="*/ 152392 w 152392"/>
              <a:gd name="connsiteY45" fmla="*/ 140962 h 152392"/>
              <a:gd name="connsiteX46" fmla="*/ 152392 w 152392"/>
              <a:gd name="connsiteY46" fmla="*/ 106672 h 152392"/>
              <a:gd name="connsiteX47" fmla="*/ 142875 w 152392"/>
              <a:gd name="connsiteY47" fmla="*/ 95242 h 152392"/>
              <a:gd name="connsiteX48" fmla="*/ 76196 w 152392"/>
              <a:gd name="connsiteY48" fmla="*/ 14287 h 152392"/>
              <a:gd name="connsiteX49" fmla="*/ 126202 w 152392"/>
              <a:gd name="connsiteY49" fmla="*/ 64294 h 152392"/>
              <a:gd name="connsiteX50" fmla="*/ 76196 w 152392"/>
              <a:gd name="connsiteY50" fmla="*/ 114300 h 152392"/>
              <a:gd name="connsiteX51" fmla="*/ 26190 w 152392"/>
              <a:gd name="connsiteY51" fmla="*/ 64294 h 152392"/>
              <a:gd name="connsiteX52" fmla="*/ 76196 w 152392"/>
              <a:gd name="connsiteY52" fmla="*/ 14287 h 152392"/>
              <a:gd name="connsiteX53" fmla="*/ 138105 w 152392"/>
              <a:gd name="connsiteY53" fmla="*/ 138105 h 152392"/>
              <a:gd name="connsiteX54" fmla="*/ 14287 w 152392"/>
              <a:gd name="connsiteY54" fmla="*/ 138105 h 152392"/>
              <a:gd name="connsiteX55" fmla="*/ 14287 w 152392"/>
              <a:gd name="connsiteY55" fmla="*/ 109530 h 152392"/>
              <a:gd name="connsiteX56" fmla="*/ 30532 w 152392"/>
              <a:gd name="connsiteY56" fmla="*/ 109530 h 152392"/>
              <a:gd name="connsiteX57" fmla="*/ 42649 w 152392"/>
              <a:gd name="connsiteY57" fmla="*/ 119059 h 152392"/>
              <a:gd name="connsiteX58" fmla="*/ 30948 w 152392"/>
              <a:gd name="connsiteY58" fmla="*/ 119059 h 152392"/>
              <a:gd name="connsiteX59" fmla="*/ 28575 w 152392"/>
              <a:gd name="connsiteY59" fmla="*/ 121444 h 152392"/>
              <a:gd name="connsiteX60" fmla="*/ 28575 w 152392"/>
              <a:gd name="connsiteY60" fmla="*/ 126202 h 152392"/>
              <a:gd name="connsiteX61" fmla="*/ 30948 w 152392"/>
              <a:gd name="connsiteY61" fmla="*/ 128587 h 152392"/>
              <a:gd name="connsiteX62" fmla="*/ 121444 w 152392"/>
              <a:gd name="connsiteY62" fmla="*/ 128587 h 152392"/>
              <a:gd name="connsiteX63" fmla="*/ 123817 w 152392"/>
              <a:gd name="connsiteY63" fmla="*/ 126202 h 152392"/>
              <a:gd name="connsiteX64" fmla="*/ 123817 w 152392"/>
              <a:gd name="connsiteY64" fmla="*/ 121444 h 152392"/>
              <a:gd name="connsiteX65" fmla="*/ 121444 w 152392"/>
              <a:gd name="connsiteY65" fmla="*/ 119059 h 152392"/>
              <a:gd name="connsiteX66" fmla="*/ 109744 w 152392"/>
              <a:gd name="connsiteY66" fmla="*/ 119059 h 152392"/>
              <a:gd name="connsiteX67" fmla="*/ 121860 w 152392"/>
              <a:gd name="connsiteY67" fmla="*/ 109530 h 152392"/>
              <a:gd name="connsiteX68" fmla="*/ 138105 w 152392"/>
              <a:gd name="connsiteY68" fmla="*/ 109530 h 152392"/>
              <a:gd name="connsiteX69" fmla="*/ 138105 w 152392"/>
              <a:gd name="connsiteY69" fmla="*/ 138105 h 15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52392" h="152392">
                <a:moveTo>
                  <a:pt x="67151" y="69142"/>
                </a:moveTo>
                <a:lnTo>
                  <a:pt x="82057" y="73395"/>
                </a:lnTo>
                <a:cubicBezTo>
                  <a:pt x="83126" y="73699"/>
                  <a:pt x="83880" y="74711"/>
                  <a:pt x="83880" y="75814"/>
                </a:cubicBezTo>
                <a:cubicBezTo>
                  <a:pt x="83880" y="77175"/>
                  <a:pt x="82744" y="78311"/>
                  <a:pt x="81371" y="78311"/>
                </a:cubicBezTo>
                <a:lnTo>
                  <a:pt x="71617" y="78311"/>
                </a:lnTo>
                <a:cubicBezTo>
                  <a:pt x="70537" y="78311"/>
                  <a:pt x="69502" y="78075"/>
                  <a:pt x="68546" y="77659"/>
                </a:cubicBezTo>
                <a:cubicBezTo>
                  <a:pt x="67117" y="76995"/>
                  <a:pt x="65452" y="77152"/>
                  <a:pt x="64350" y="78255"/>
                </a:cubicBezTo>
                <a:lnTo>
                  <a:pt x="59141" y="83464"/>
                </a:lnTo>
                <a:cubicBezTo>
                  <a:pt x="57566" y="85039"/>
                  <a:pt x="57746" y="87716"/>
                  <a:pt x="59591" y="88931"/>
                </a:cubicBezTo>
                <a:cubicBezTo>
                  <a:pt x="62415" y="90810"/>
                  <a:pt x="65655" y="91946"/>
                  <a:pt x="69052" y="92362"/>
                </a:cubicBezTo>
                <a:lnTo>
                  <a:pt x="69052" y="97628"/>
                </a:lnTo>
                <a:cubicBezTo>
                  <a:pt x="69052" y="100249"/>
                  <a:pt x="71190" y="102386"/>
                  <a:pt x="73811" y="102386"/>
                </a:cubicBezTo>
                <a:lnTo>
                  <a:pt x="78581" y="102386"/>
                </a:lnTo>
                <a:cubicBezTo>
                  <a:pt x="81191" y="102386"/>
                  <a:pt x="83340" y="100249"/>
                  <a:pt x="83340" y="97628"/>
                </a:cubicBezTo>
                <a:lnTo>
                  <a:pt x="83340" y="92385"/>
                </a:lnTo>
                <a:cubicBezTo>
                  <a:pt x="92362" y="91316"/>
                  <a:pt x="99236" y="83160"/>
                  <a:pt x="98010" y="73631"/>
                </a:cubicBezTo>
                <a:cubicBezTo>
                  <a:pt x="97155" y="66791"/>
                  <a:pt x="91856" y="61346"/>
                  <a:pt x="85241" y="59434"/>
                </a:cubicBezTo>
                <a:lnTo>
                  <a:pt x="70335" y="55181"/>
                </a:lnTo>
                <a:cubicBezTo>
                  <a:pt x="69255" y="54889"/>
                  <a:pt x="68512" y="53876"/>
                  <a:pt x="68512" y="52774"/>
                </a:cubicBezTo>
                <a:cubicBezTo>
                  <a:pt x="68512" y="51401"/>
                  <a:pt x="69649" y="50265"/>
                  <a:pt x="71021" y="50265"/>
                </a:cubicBezTo>
                <a:lnTo>
                  <a:pt x="80775" y="50265"/>
                </a:lnTo>
                <a:cubicBezTo>
                  <a:pt x="81855" y="50265"/>
                  <a:pt x="82890" y="50513"/>
                  <a:pt x="83846" y="50929"/>
                </a:cubicBezTo>
                <a:cubicBezTo>
                  <a:pt x="85275" y="51581"/>
                  <a:pt x="86940" y="51435"/>
                  <a:pt x="88042" y="50332"/>
                </a:cubicBezTo>
                <a:lnTo>
                  <a:pt x="93251" y="45124"/>
                </a:lnTo>
                <a:cubicBezTo>
                  <a:pt x="94826" y="43549"/>
                  <a:pt x="94646" y="40860"/>
                  <a:pt x="92801" y="39645"/>
                </a:cubicBezTo>
                <a:cubicBezTo>
                  <a:pt x="89977" y="37766"/>
                  <a:pt x="86737" y="36641"/>
                  <a:pt x="83340" y="36225"/>
                </a:cubicBezTo>
                <a:lnTo>
                  <a:pt x="83340" y="30949"/>
                </a:lnTo>
                <a:cubicBezTo>
                  <a:pt x="83340" y="28327"/>
                  <a:pt x="81191" y="26190"/>
                  <a:pt x="78581" y="26190"/>
                </a:cubicBezTo>
                <a:lnTo>
                  <a:pt x="73811" y="26190"/>
                </a:lnTo>
                <a:cubicBezTo>
                  <a:pt x="71190" y="26190"/>
                  <a:pt x="69052" y="28327"/>
                  <a:pt x="69052" y="30949"/>
                </a:cubicBezTo>
                <a:lnTo>
                  <a:pt x="69052" y="36191"/>
                </a:lnTo>
                <a:cubicBezTo>
                  <a:pt x="60030" y="37260"/>
                  <a:pt x="53156" y="45416"/>
                  <a:pt x="54382" y="54945"/>
                </a:cubicBezTo>
                <a:cubicBezTo>
                  <a:pt x="55237" y="61785"/>
                  <a:pt x="60514" y="67241"/>
                  <a:pt x="67151" y="69142"/>
                </a:cubicBezTo>
                <a:lnTo>
                  <a:pt x="67151" y="69142"/>
                </a:lnTo>
                <a:close/>
                <a:moveTo>
                  <a:pt x="142875" y="95242"/>
                </a:moveTo>
                <a:lnTo>
                  <a:pt x="132547" y="95242"/>
                </a:lnTo>
                <a:cubicBezTo>
                  <a:pt x="137599" y="86051"/>
                  <a:pt x="140490" y="75510"/>
                  <a:pt x="140490" y="64294"/>
                </a:cubicBezTo>
                <a:cubicBezTo>
                  <a:pt x="140490" y="28777"/>
                  <a:pt x="111712" y="0"/>
                  <a:pt x="76196" y="0"/>
                </a:cubicBezTo>
                <a:cubicBezTo>
                  <a:pt x="40680" y="0"/>
                  <a:pt x="11902" y="28777"/>
                  <a:pt x="11902" y="64294"/>
                </a:cubicBezTo>
                <a:cubicBezTo>
                  <a:pt x="11902" y="75510"/>
                  <a:pt x="14794" y="86051"/>
                  <a:pt x="19845" y="95242"/>
                </a:cubicBezTo>
                <a:lnTo>
                  <a:pt x="9517" y="95242"/>
                </a:lnTo>
                <a:cubicBezTo>
                  <a:pt x="4252" y="95242"/>
                  <a:pt x="0" y="100361"/>
                  <a:pt x="0" y="106672"/>
                </a:cubicBezTo>
                <a:lnTo>
                  <a:pt x="0" y="140962"/>
                </a:lnTo>
                <a:cubicBezTo>
                  <a:pt x="0" y="147274"/>
                  <a:pt x="4252" y="152392"/>
                  <a:pt x="9517" y="152392"/>
                </a:cubicBezTo>
                <a:lnTo>
                  <a:pt x="142875" y="152392"/>
                </a:lnTo>
                <a:cubicBezTo>
                  <a:pt x="148140" y="152392"/>
                  <a:pt x="152392" y="147274"/>
                  <a:pt x="152392" y="140962"/>
                </a:cubicBezTo>
                <a:lnTo>
                  <a:pt x="152392" y="106672"/>
                </a:lnTo>
                <a:cubicBezTo>
                  <a:pt x="152392" y="100361"/>
                  <a:pt x="148140" y="95242"/>
                  <a:pt x="142875" y="95242"/>
                </a:cubicBezTo>
                <a:close/>
                <a:moveTo>
                  <a:pt x="76196" y="14287"/>
                </a:moveTo>
                <a:cubicBezTo>
                  <a:pt x="103759" y="14287"/>
                  <a:pt x="126202" y="36731"/>
                  <a:pt x="126202" y="64294"/>
                </a:cubicBezTo>
                <a:cubicBezTo>
                  <a:pt x="126202" y="91856"/>
                  <a:pt x="103759" y="114300"/>
                  <a:pt x="76196" y="114300"/>
                </a:cubicBezTo>
                <a:cubicBezTo>
                  <a:pt x="48634" y="114300"/>
                  <a:pt x="26190" y="91856"/>
                  <a:pt x="26190" y="64294"/>
                </a:cubicBezTo>
                <a:cubicBezTo>
                  <a:pt x="26190" y="36731"/>
                  <a:pt x="48634" y="14287"/>
                  <a:pt x="76196" y="14287"/>
                </a:cubicBezTo>
                <a:close/>
                <a:moveTo>
                  <a:pt x="138105" y="138105"/>
                </a:moveTo>
                <a:lnTo>
                  <a:pt x="14287" y="138105"/>
                </a:lnTo>
                <a:lnTo>
                  <a:pt x="14287" y="109530"/>
                </a:lnTo>
                <a:lnTo>
                  <a:pt x="30532" y="109530"/>
                </a:lnTo>
                <a:cubicBezTo>
                  <a:pt x="34166" y="113197"/>
                  <a:pt x="38239" y="116347"/>
                  <a:pt x="42649" y="119059"/>
                </a:cubicBezTo>
                <a:lnTo>
                  <a:pt x="30948" y="119059"/>
                </a:lnTo>
                <a:cubicBezTo>
                  <a:pt x="29644" y="119059"/>
                  <a:pt x="28575" y="120128"/>
                  <a:pt x="28575" y="121444"/>
                </a:cubicBezTo>
                <a:lnTo>
                  <a:pt x="28575" y="126202"/>
                </a:lnTo>
                <a:cubicBezTo>
                  <a:pt x="28575" y="127507"/>
                  <a:pt x="29644" y="128587"/>
                  <a:pt x="30948" y="128587"/>
                </a:cubicBezTo>
                <a:lnTo>
                  <a:pt x="121444" y="128587"/>
                </a:lnTo>
                <a:cubicBezTo>
                  <a:pt x="122749" y="128587"/>
                  <a:pt x="123817" y="127507"/>
                  <a:pt x="123817" y="126202"/>
                </a:cubicBezTo>
                <a:lnTo>
                  <a:pt x="123817" y="121444"/>
                </a:lnTo>
                <a:cubicBezTo>
                  <a:pt x="123817" y="120128"/>
                  <a:pt x="122749" y="119059"/>
                  <a:pt x="121444" y="119059"/>
                </a:cubicBezTo>
                <a:lnTo>
                  <a:pt x="109744" y="119059"/>
                </a:lnTo>
                <a:cubicBezTo>
                  <a:pt x="114142" y="116347"/>
                  <a:pt x="118226" y="113197"/>
                  <a:pt x="121860" y="109530"/>
                </a:cubicBezTo>
                <a:lnTo>
                  <a:pt x="138105" y="109530"/>
                </a:lnTo>
                <a:lnTo>
                  <a:pt x="138105" y="138105"/>
                </a:lnTo>
                <a:close/>
              </a:path>
            </a:pathLst>
          </a:custGeom>
          <a:solidFill>
            <a:schemeClr val="accent3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7D735DA1-3FDF-40D9-817F-68031FCC19F0}"/>
              </a:ext>
            </a:extLst>
          </p:cNvPr>
          <p:cNvSpPr/>
          <p:nvPr/>
        </p:nvSpPr>
        <p:spPr>
          <a:xfrm>
            <a:off x="5925363" y="550580"/>
            <a:ext cx="2251169" cy="978748"/>
          </a:xfrm>
          <a:prstGeom prst="roundRect">
            <a:avLst>
              <a:gd name="adj" fmla="val 14180"/>
            </a:avLst>
          </a:prstGeom>
          <a:gradFill flip="none" rotWithShape="1">
            <a:gsLst>
              <a:gs pos="73000">
                <a:srgbClr val="000E26"/>
              </a:gs>
              <a:gs pos="100000">
                <a:srgbClr val="1F489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0" name="Forma Livre: Forma 59">
            <a:extLst>
              <a:ext uri="{FF2B5EF4-FFF2-40B4-BE49-F238E27FC236}">
                <a16:creationId xmlns:a16="http://schemas.microsoft.com/office/drawing/2014/main" id="{65F0A2E2-7CDE-4C1C-8712-396349509D78}"/>
              </a:ext>
            </a:extLst>
          </p:cNvPr>
          <p:cNvSpPr/>
          <p:nvPr/>
        </p:nvSpPr>
        <p:spPr>
          <a:xfrm>
            <a:off x="6072113" y="859608"/>
            <a:ext cx="365760" cy="365759"/>
          </a:xfrm>
          <a:custGeom>
            <a:avLst/>
            <a:gdLst>
              <a:gd name="connsiteX0" fmla="*/ 182880 w 365760"/>
              <a:gd name="connsiteY0" fmla="*/ 0 h 365759"/>
              <a:gd name="connsiteX1" fmla="*/ 365760 w 365760"/>
              <a:gd name="connsiteY1" fmla="*/ 182880 h 365759"/>
              <a:gd name="connsiteX2" fmla="*/ 182880 w 365760"/>
              <a:gd name="connsiteY2" fmla="*/ 365760 h 365759"/>
              <a:gd name="connsiteX3" fmla="*/ 0 w 365760"/>
              <a:gd name="connsiteY3" fmla="*/ 182880 h 365759"/>
              <a:gd name="connsiteX4" fmla="*/ 182880 w 365760"/>
              <a:gd name="connsiteY4" fmla="*/ 0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365759">
                <a:moveTo>
                  <a:pt x="182880" y="0"/>
                </a:moveTo>
                <a:cubicBezTo>
                  <a:pt x="283882" y="0"/>
                  <a:pt x="365760" y="81877"/>
                  <a:pt x="365760" y="182880"/>
                </a:cubicBezTo>
                <a:cubicBezTo>
                  <a:pt x="365760" y="283883"/>
                  <a:pt x="283882" y="365760"/>
                  <a:pt x="182880" y="365760"/>
                </a:cubicBezTo>
                <a:cubicBezTo>
                  <a:pt x="81877" y="365760"/>
                  <a:pt x="0" y="283883"/>
                  <a:pt x="0" y="182880"/>
                </a:cubicBezTo>
                <a:cubicBezTo>
                  <a:pt x="0" y="81877"/>
                  <a:pt x="81877" y="0"/>
                  <a:pt x="182880" y="0"/>
                </a:cubicBezTo>
                <a:close/>
              </a:path>
            </a:pathLst>
          </a:custGeom>
          <a:solidFill>
            <a:srgbClr val="1F4A99">
              <a:alpha val="15000"/>
            </a:srgb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1" name="Espaço Reservado para Conteúdo 4">
            <a:extLst>
              <a:ext uri="{FF2B5EF4-FFF2-40B4-BE49-F238E27FC236}">
                <a16:creationId xmlns:a16="http://schemas.microsoft.com/office/drawing/2014/main" id="{7FF59872-20A4-4D2F-B671-D7BD69FED1AF}"/>
              </a:ext>
            </a:extLst>
          </p:cNvPr>
          <p:cNvGrpSpPr/>
          <p:nvPr/>
        </p:nvGrpSpPr>
        <p:grpSpPr>
          <a:xfrm>
            <a:off x="6173441" y="966292"/>
            <a:ext cx="163114" cy="152392"/>
            <a:chOff x="5658872" y="1194502"/>
            <a:chExt cx="163114" cy="152392"/>
          </a:xfrm>
          <a:solidFill>
            <a:srgbClr val="F06549"/>
          </a:solidFill>
        </p:grpSpPr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6F0FB5C5-7780-43EE-9135-C5E1AC1379DF}"/>
                </a:ext>
              </a:extLst>
            </p:cNvPr>
            <p:cNvSpPr/>
            <p:nvPr/>
          </p:nvSpPr>
          <p:spPr>
            <a:xfrm>
              <a:off x="5711759" y="1194502"/>
              <a:ext cx="86028" cy="86343"/>
            </a:xfrm>
            <a:custGeom>
              <a:avLst/>
              <a:gdLst>
                <a:gd name="connsiteX0" fmla="*/ 43020 w 86028"/>
                <a:gd name="connsiteY0" fmla="*/ 86344 h 86343"/>
                <a:gd name="connsiteX1" fmla="*/ 86028 w 86028"/>
                <a:gd name="connsiteY1" fmla="*/ 43324 h 86343"/>
                <a:gd name="connsiteX2" fmla="*/ 43020 w 86028"/>
                <a:gd name="connsiteY2" fmla="*/ 0 h 86343"/>
                <a:gd name="connsiteX3" fmla="*/ 0 w 86028"/>
                <a:gd name="connsiteY3" fmla="*/ 43324 h 86343"/>
                <a:gd name="connsiteX4" fmla="*/ 43020 w 86028"/>
                <a:gd name="connsiteY4" fmla="*/ 86344 h 86343"/>
                <a:gd name="connsiteX5" fmla="*/ 76466 w 86028"/>
                <a:gd name="connsiteY5" fmla="*/ 43324 h 86343"/>
                <a:gd name="connsiteX6" fmla="*/ 47801 w 86028"/>
                <a:gd name="connsiteY6" fmla="*/ 76444 h 86343"/>
                <a:gd name="connsiteX7" fmla="*/ 47801 w 86028"/>
                <a:gd name="connsiteY7" fmla="*/ 66398 h 86343"/>
                <a:gd name="connsiteX8" fmla="*/ 57352 w 86028"/>
                <a:gd name="connsiteY8" fmla="*/ 52886 h 86343"/>
                <a:gd name="connsiteX9" fmla="*/ 43020 w 86028"/>
                <a:gd name="connsiteY9" fmla="*/ 38554 h 86343"/>
                <a:gd name="connsiteX10" fmla="*/ 38238 w 86028"/>
                <a:gd name="connsiteY10" fmla="*/ 33773 h 86343"/>
                <a:gd name="connsiteX11" fmla="*/ 43020 w 86028"/>
                <a:gd name="connsiteY11" fmla="*/ 28991 h 86343"/>
                <a:gd name="connsiteX12" fmla="*/ 47801 w 86028"/>
                <a:gd name="connsiteY12" fmla="*/ 33773 h 86343"/>
                <a:gd name="connsiteX13" fmla="*/ 57352 w 86028"/>
                <a:gd name="connsiteY13" fmla="*/ 33773 h 86343"/>
                <a:gd name="connsiteX14" fmla="*/ 47801 w 86028"/>
                <a:gd name="connsiteY14" fmla="*/ 20250 h 86343"/>
                <a:gd name="connsiteX15" fmla="*/ 47801 w 86028"/>
                <a:gd name="connsiteY15" fmla="*/ 9900 h 86343"/>
                <a:gd name="connsiteX16" fmla="*/ 76466 w 86028"/>
                <a:gd name="connsiteY16" fmla="*/ 43324 h 86343"/>
                <a:gd name="connsiteX17" fmla="*/ 38238 w 86028"/>
                <a:gd name="connsiteY17" fmla="*/ 9900 h 86343"/>
                <a:gd name="connsiteX18" fmla="*/ 38238 w 86028"/>
                <a:gd name="connsiteY18" fmla="*/ 20250 h 86343"/>
                <a:gd name="connsiteX19" fmla="*/ 28676 w 86028"/>
                <a:gd name="connsiteY19" fmla="*/ 33773 h 86343"/>
                <a:gd name="connsiteX20" fmla="*/ 43020 w 86028"/>
                <a:gd name="connsiteY20" fmla="*/ 48105 h 86343"/>
                <a:gd name="connsiteX21" fmla="*/ 47801 w 86028"/>
                <a:gd name="connsiteY21" fmla="*/ 52886 h 86343"/>
                <a:gd name="connsiteX22" fmla="*/ 43020 w 86028"/>
                <a:gd name="connsiteY22" fmla="*/ 57668 h 86343"/>
                <a:gd name="connsiteX23" fmla="*/ 38238 w 86028"/>
                <a:gd name="connsiteY23" fmla="*/ 52886 h 86343"/>
                <a:gd name="connsiteX24" fmla="*/ 28676 w 86028"/>
                <a:gd name="connsiteY24" fmla="*/ 52886 h 86343"/>
                <a:gd name="connsiteX25" fmla="*/ 38238 w 86028"/>
                <a:gd name="connsiteY25" fmla="*/ 66398 h 86343"/>
                <a:gd name="connsiteX26" fmla="*/ 38238 w 86028"/>
                <a:gd name="connsiteY26" fmla="*/ 76444 h 86343"/>
                <a:gd name="connsiteX27" fmla="*/ 9563 w 86028"/>
                <a:gd name="connsiteY27" fmla="*/ 43324 h 86343"/>
                <a:gd name="connsiteX28" fmla="*/ 38238 w 86028"/>
                <a:gd name="connsiteY28" fmla="*/ 9900 h 8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6028" h="86343">
                  <a:moveTo>
                    <a:pt x="43020" y="86344"/>
                  </a:moveTo>
                  <a:cubicBezTo>
                    <a:pt x="66735" y="86344"/>
                    <a:pt x="86028" y="67050"/>
                    <a:pt x="86028" y="43324"/>
                  </a:cubicBezTo>
                  <a:cubicBezTo>
                    <a:pt x="86028" y="19609"/>
                    <a:pt x="66780" y="0"/>
                    <a:pt x="43020" y="0"/>
                  </a:cubicBezTo>
                  <a:cubicBezTo>
                    <a:pt x="19294" y="0"/>
                    <a:pt x="0" y="19564"/>
                    <a:pt x="0" y="43324"/>
                  </a:cubicBezTo>
                  <a:cubicBezTo>
                    <a:pt x="0" y="67050"/>
                    <a:pt x="19294" y="86344"/>
                    <a:pt x="43020" y="86344"/>
                  </a:cubicBezTo>
                  <a:close/>
                  <a:moveTo>
                    <a:pt x="76466" y="43324"/>
                  </a:moveTo>
                  <a:cubicBezTo>
                    <a:pt x="76466" y="60154"/>
                    <a:pt x="63990" y="74115"/>
                    <a:pt x="47801" y="76444"/>
                  </a:cubicBezTo>
                  <a:lnTo>
                    <a:pt x="47801" y="66398"/>
                  </a:lnTo>
                  <a:cubicBezTo>
                    <a:pt x="53358" y="64429"/>
                    <a:pt x="57352" y="59119"/>
                    <a:pt x="57352" y="52886"/>
                  </a:cubicBezTo>
                  <a:cubicBezTo>
                    <a:pt x="57352" y="44977"/>
                    <a:pt x="50917" y="38554"/>
                    <a:pt x="43020" y="38554"/>
                  </a:cubicBezTo>
                  <a:cubicBezTo>
                    <a:pt x="40376" y="38554"/>
                    <a:pt x="38238" y="36405"/>
                    <a:pt x="38238" y="33773"/>
                  </a:cubicBezTo>
                  <a:cubicBezTo>
                    <a:pt x="38238" y="31129"/>
                    <a:pt x="40376" y="28991"/>
                    <a:pt x="43020" y="28991"/>
                  </a:cubicBezTo>
                  <a:cubicBezTo>
                    <a:pt x="45653" y="28991"/>
                    <a:pt x="47801" y="31129"/>
                    <a:pt x="47801" y="33773"/>
                  </a:cubicBezTo>
                  <a:lnTo>
                    <a:pt x="57352" y="33773"/>
                  </a:lnTo>
                  <a:cubicBezTo>
                    <a:pt x="57352" y="27540"/>
                    <a:pt x="53358" y="22230"/>
                    <a:pt x="47801" y="20250"/>
                  </a:cubicBezTo>
                  <a:lnTo>
                    <a:pt x="47801" y="9900"/>
                  </a:lnTo>
                  <a:cubicBezTo>
                    <a:pt x="63990" y="12251"/>
                    <a:pt x="76466" y="26347"/>
                    <a:pt x="76466" y="43324"/>
                  </a:cubicBezTo>
                  <a:close/>
                  <a:moveTo>
                    <a:pt x="38238" y="9900"/>
                  </a:moveTo>
                  <a:lnTo>
                    <a:pt x="38238" y="20250"/>
                  </a:lnTo>
                  <a:cubicBezTo>
                    <a:pt x="32681" y="22230"/>
                    <a:pt x="28676" y="27540"/>
                    <a:pt x="28676" y="33773"/>
                  </a:cubicBezTo>
                  <a:cubicBezTo>
                    <a:pt x="28676" y="41670"/>
                    <a:pt x="35111" y="48105"/>
                    <a:pt x="43020" y="48105"/>
                  </a:cubicBezTo>
                  <a:cubicBezTo>
                    <a:pt x="45653" y="48105"/>
                    <a:pt x="47801" y="50254"/>
                    <a:pt x="47801" y="52886"/>
                  </a:cubicBezTo>
                  <a:cubicBezTo>
                    <a:pt x="47801" y="55519"/>
                    <a:pt x="45653" y="57668"/>
                    <a:pt x="43020" y="57668"/>
                  </a:cubicBezTo>
                  <a:cubicBezTo>
                    <a:pt x="40376" y="57668"/>
                    <a:pt x="38238" y="55519"/>
                    <a:pt x="38238" y="52886"/>
                  </a:cubicBezTo>
                  <a:lnTo>
                    <a:pt x="28676" y="52886"/>
                  </a:lnTo>
                  <a:cubicBezTo>
                    <a:pt x="28676" y="59119"/>
                    <a:pt x="32681" y="64429"/>
                    <a:pt x="38238" y="66398"/>
                  </a:cubicBezTo>
                  <a:lnTo>
                    <a:pt x="38238" y="76444"/>
                  </a:lnTo>
                  <a:cubicBezTo>
                    <a:pt x="22050" y="74115"/>
                    <a:pt x="9563" y="60154"/>
                    <a:pt x="9563" y="43324"/>
                  </a:cubicBezTo>
                  <a:cubicBezTo>
                    <a:pt x="9563" y="26347"/>
                    <a:pt x="22050" y="12251"/>
                    <a:pt x="38238" y="9900"/>
                  </a:cubicBezTo>
                  <a:close/>
                </a:path>
              </a:pathLst>
            </a:custGeom>
            <a:solidFill>
              <a:srgbClr val="1F4A99"/>
            </a:solidFill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E3E3D864-F320-4E03-AD24-6D0D243ACA7E}"/>
                </a:ext>
              </a:extLst>
            </p:cNvPr>
            <p:cNvSpPr/>
            <p:nvPr/>
          </p:nvSpPr>
          <p:spPr>
            <a:xfrm>
              <a:off x="5658872" y="1284110"/>
              <a:ext cx="163114" cy="62784"/>
            </a:xfrm>
            <a:custGeom>
              <a:avLst/>
              <a:gdLst>
                <a:gd name="connsiteX0" fmla="*/ 35910 w 163114"/>
                <a:gd name="connsiteY0" fmla="*/ 60298 h 62784"/>
                <a:gd name="connsiteX1" fmla="*/ 55283 w 163114"/>
                <a:gd name="connsiteY1" fmla="*/ 54088 h 62784"/>
                <a:gd name="connsiteX2" fmla="*/ 98044 w 163114"/>
                <a:gd name="connsiteY2" fmla="*/ 54088 h 62784"/>
                <a:gd name="connsiteX3" fmla="*/ 163114 w 163114"/>
                <a:gd name="connsiteY3" fmla="*/ 16389 h 62784"/>
                <a:gd name="connsiteX4" fmla="*/ 160740 w 163114"/>
                <a:gd name="connsiteY4" fmla="*/ 12260 h 62784"/>
                <a:gd name="connsiteX5" fmla="*/ 128227 w 163114"/>
                <a:gd name="connsiteY5" fmla="*/ 3103 h 62784"/>
                <a:gd name="connsiteX6" fmla="*/ 105458 w 163114"/>
                <a:gd name="connsiteY6" fmla="*/ 16648 h 62784"/>
                <a:gd name="connsiteX7" fmla="*/ 105458 w 163114"/>
                <a:gd name="connsiteY7" fmla="*/ 6298 h 62784"/>
                <a:gd name="connsiteX8" fmla="*/ 51255 w 163114"/>
                <a:gd name="connsiteY8" fmla="*/ 6298 h 62784"/>
                <a:gd name="connsiteX9" fmla="*/ 3375 w 163114"/>
                <a:gd name="connsiteY9" fmla="*/ 26807 h 62784"/>
                <a:gd name="connsiteX10" fmla="*/ 0 w 163114"/>
                <a:gd name="connsiteY10" fmla="*/ 30193 h 62784"/>
                <a:gd name="connsiteX11" fmla="*/ 32591 w 163114"/>
                <a:gd name="connsiteY11" fmla="*/ 62784 h 62784"/>
                <a:gd name="connsiteX12" fmla="*/ 35910 w 163114"/>
                <a:gd name="connsiteY12" fmla="*/ 60298 h 62784"/>
                <a:gd name="connsiteX13" fmla="*/ 51255 w 163114"/>
                <a:gd name="connsiteY13" fmla="*/ 15849 h 62784"/>
                <a:gd name="connsiteX14" fmla="*/ 95906 w 163114"/>
                <a:gd name="connsiteY14" fmla="*/ 15849 h 62784"/>
                <a:gd name="connsiteX15" fmla="*/ 95906 w 163114"/>
                <a:gd name="connsiteY15" fmla="*/ 25412 h 62784"/>
                <a:gd name="connsiteX16" fmla="*/ 62449 w 163114"/>
                <a:gd name="connsiteY16" fmla="*/ 25412 h 62784"/>
                <a:gd name="connsiteX17" fmla="*/ 62449 w 163114"/>
                <a:gd name="connsiteY17" fmla="*/ 34974 h 62784"/>
                <a:gd name="connsiteX18" fmla="*/ 105458 w 163114"/>
                <a:gd name="connsiteY18" fmla="*/ 34974 h 62784"/>
                <a:gd name="connsiteX19" fmla="*/ 105458 w 163114"/>
                <a:gd name="connsiteY19" fmla="*/ 27774 h 62784"/>
                <a:gd name="connsiteX20" fmla="*/ 133009 w 163114"/>
                <a:gd name="connsiteY20" fmla="*/ 11372 h 62784"/>
                <a:gd name="connsiteX21" fmla="*/ 149423 w 163114"/>
                <a:gd name="connsiteY21" fmla="*/ 13273 h 62784"/>
                <a:gd name="connsiteX22" fmla="*/ 95479 w 163114"/>
                <a:gd name="connsiteY22" fmla="*/ 44525 h 62784"/>
                <a:gd name="connsiteX23" fmla="*/ 55283 w 163114"/>
                <a:gd name="connsiteY23" fmla="*/ 44525 h 62784"/>
                <a:gd name="connsiteX24" fmla="*/ 33660 w 163114"/>
                <a:gd name="connsiteY24" fmla="*/ 50330 h 62784"/>
                <a:gd name="connsiteX25" fmla="*/ 13624 w 163114"/>
                <a:gd name="connsiteY25" fmla="*/ 30305 h 62784"/>
                <a:gd name="connsiteX26" fmla="*/ 51255 w 163114"/>
                <a:gd name="connsiteY26" fmla="*/ 15849 h 62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3114" h="62784">
                  <a:moveTo>
                    <a:pt x="35910" y="60298"/>
                  </a:moveTo>
                  <a:cubicBezTo>
                    <a:pt x="41097" y="56405"/>
                    <a:pt x="48341" y="54088"/>
                    <a:pt x="55283" y="54088"/>
                  </a:cubicBezTo>
                  <a:lnTo>
                    <a:pt x="98044" y="54088"/>
                  </a:lnTo>
                  <a:lnTo>
                    <a:pt x="163114" y="16389"/>
                  </a:lnTo>
                  <a:lnTo>
                    <a:pt x="160740" y="12260"/>
                  </a:lnTo>
                  <a:cubicBezTo>
                    <a:pt x="154159" y="774"/>
                    <a:pt x="139680" y="-3467"/>
                    <a:pt x="128227" y="3103"/>
                  </a:cubicBezTo>
                  <a:lnTo>
                    <a:pt x="105458" y="16648"/>
                  </a:lnTo>
                  <a:lnTo>
                    <a:pt x="105458" y="6298"/>
                  </a:lnTo>
                  <a:lnTo>
                    <a:pt x="51255" y="6298"/>
                  </a:lnTo>
                  <a:cubicBezTo>
                    <a:pt x="33097" y="6298"/>
                    <a:pt x="16988" y="13194"/>
                    <a:pt x="3375" y="26807"/>
                  </a:cubicBezTo>
                  <a:lnTo>
                    <a:pt x="0" y="30193"/>
                  </a:lnTo>
                  <a:lnTo>
                    <a:pt x="32591" y="62784"/>
                  </a:lnTo>
                  <a:lnTo>
                    <a:pt x="35910" y="60298"/>
                  </a:lnTo>
                  <a:close/>
                  <a:moveTo>
                    <a:pt x="51255" y="15849"/>
                  </a:moveTo>
                  <a:lnTo>
                    <a:pt x="95906" y="15849"/>
                  </a:lnTo>
                  <a:lnTo>
                    <a:pt x="95906" y="25412"/>
                  </a:lnTo>
                  <a:lnTo>
                    <a:pt x="62449" y="25412"/>
                  </a:lnTo>
                  <a:lnTo>
                    <a:pt x="62449" y="34974"/>
                  </a:lnTo>
                  <a:lnTo>
                    <a:pt x="105458" y="34974"/>
                  </a:lnTo>
                  <a:lnTo>
                    <a:pt x="105458" y="27774"/>
                  </a:lnTo>
                  <a:lnTo>
                    <a:pt x="133009" y="11372"/>
                  </a:lnTo>
                  <a:cubicBezTo>
                    <a:pt x="138488" y="8255"/>
                    <a:pt x="145035" y="9347"/>
                    <a:pt x="149423" y="13273"/>
                  </a:cubicBezTo>
                  <a:lnTo>
                    <a:pt x="95479" y="44525"/>
                  </a:lnTo>
                  <a:lnTo>
                    <a:pt x="55283" y="44525"/>
                  </a:lnTo>
                  <a:cubicBezTo>
                    <a:pt x="47666" y="44525"/>
                    <a:pt x="39994" y="46618"/>
                    <a:pt x="33660" y="50330"/>
                  </a:cubicBezTo>
                  <a:lnTo>
                    <a:pt x="13624" y="30305"/>
                  </a:lnTo>
                  <a:cubicBezTo>
                    <a:pt x="24604" y="20709"/>
                    <a:pt x="37238" y="15849"/>
                    <a:pt x="51255" y="15849"/>
                  </a:cubicBezTo>
                  <a:close/>
                </a:path>
              </a:pathLst>
            </a:custGeom>
            <a:solidFill>
              <a:srgbClr val="1F4A99"/>
            </a:solidFill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907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D3141-5CA9-51DB-4279-7C4770E2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8BF46927-4E23-F54D-C84A-0E6A5BF9402A}"/>
              </a:ext>
            </a:extLst>
          </p:cNvPr>
          <p:cNvSpPr/>
          <p:nvPr/>
        </p:nvSpPr>
        <p:spPr>
          <a:xfrm>
            <a:off x="-74645" y="-12"/>
            <a:ext cx="12266645" cy="6858011"/>
          </a:xfrm>
          <a:prstGeom prst="roundRect">
            <a:avLst>
              <a:gd name="adj" fmla="val 3519"/>
            </a:avLst>
          </a:prstGeom>
          <a:solidFill>
            <a:srgbClr val="1D2245"/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588724EB-9C68-950D-A162-4BDAE5ACE550}"/>
              </a:ext>
            </a:extLst>
          </p:cNvPr>
          <p:cNvSpPr/>
          <p:nvPr/>
        </p:nvSpPr>
        <p:spPr>
          <a:xfrm>
            <a:off x="8335177" y="1713716"/>
            <a:ext cx="3454040" cy="4925006"/>
          </a:xfrm>
          <a:prstGeom prst="roundRect">
            <a:avLst>
              <a:gd name="adj" fmla="val 4421"/>
            </a:avLst>
          </a:prstGeom>
          <a:gradFill flip="none" rotWithShape="1">
            <a:gsLst>
              <a:gs pos="73000">
                <a:srgbClr val="000E26"/>
              </a:gs>
              <a:gs pos="100000">
                <a:srgbClr val="1F489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EF9BED7-0B31-4F8C-1958-FDA13DC9721F}"/>
              </a:ext>
            </a:extLst>
          </p:cNvPr>
          <p:cNvSpPr/>
          <p:nvPr/>
        </p:nvSpPr>
        <p:spPr>
          <a:xfrm>
            <a:off x="886408" y="1713716"/>
            <a:ext cx="7324923" cy="4925006"/>
          </a:xfrm>
          <a:prstGeom prst="roundRect">
            <a:avLst>
              <a:gd name="adj" fmla="val 3122"/>
            </a:avLst>
          </a:prstGeom>
          <a:gradFill flip="none" rotWithShape="1">
            <a:gsLst>
              <a:gs pos="73000">
                <a:srgbClr val="000E26"/>
              </a:gs>
              <a:gs pos="100000">
                <a:srgbClr val="1F489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589B091F-C681-F3AC-5ABB-EB0FFCE5AF65}"/>
              </a:ext>
            </a:extLst>
          </p:cNvPr>
          <p:cNvSpPr/>
          <p:nvPr/>
        </p:nvSpPr>
        <p:spPr>
          <a:xfrm>
            <a:off x="886408" y="515691"/>
            <a:ext cx="1925752" cy="978748"/>
          </a:xfrm>
          <a:prstGeom prst="roundRect">
            <a:avLst>
              <a:gd name="adj" fmla="val 14180"/>
            </a:avLst>
          </a:prstGeom>
          <a:gradFill flip="none" rotWithShape="1">
            <a:gsLst>
              <a:gs pos="73000">
                <a:srgbClr val="000E26"/>
              </a:gs>
              <a:gs pos="100000">
                <a:srgbClr val="1F489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F4F74E9-6360-4DBD-A485-90921A892A59}"/>
              </a:ext>
            </a:extLst>
          </p:cNvPr>
          <p:cNvSpPr/>
          <p:nvPr/>
        </p:nvSpPr>
        <p:spPr>
          <a:xfrm>
            <a:off x="3125903" y="515691"/>
            <a:ext cx="1925752" cy="978748"/>
          </a:xfrm>
          <a:prstGeom prst="roundRect">
            <a:avLst>
              <a:gd name="adj" fmla="val 14180"/>
            </a:avLst>
          </a:prstGeom>
          <a:gradFill flip="none" rotWithShape="1">
            <a:gsLst>
              <a:gs pos="73000">
                <a:srgbClr val="000E26"/>
              </a:gs>
              <a:gs pos="100000">
                <a:srgbClr val="1F489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FF7E47-3910-77C7-BE5D-E57C9944B94B}"/>
              </a:ext>
            </a:extLst>
          </p:cNvPr>
          <p:cNvSpPr/>
          <p:nvPr/>
        </p:nvSpPr>
        <p:spPr>
          <a:xfrm>
            <a:off x="5370124" y="515691"/>
            <a:ext cx="1925752" cy="978748"/>
          </a:xfrm>
          <a:prstGeom prst="roundRect">
            <a:avLst>
              <a:gd name="adj" fmla="val 14180"/>
            </a:avLst>
          </a:prstGeom>
          <a:gradFill flip="none" rotWithShape="1">
            <a:gsLst>
              <a:gs pos="73000">
                <a:srgbClr val="000E26"/>
              </a:gs>
              <a:gs pos="100000">
                <a:srgbClr val="1F489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56FD8B4-DD68-7B52-5675-BE0C8B95B00B}"/>
              </a:ext>
            </a:extLst>
          </p:cNvPr>
          <p:cNvSpPr/>
          <p:nvPr/>
        </p:nvSpPr>
        <p:spPr>
          <a:xfrm>
            <a:off x="7614345" y="515691"/>
            <a:ext cx="1925752" cy="978748"/>
          </a:xfrm>
          <a:prstGeom prst="roundRect">
            <a:avLst>
              <a:gd name="adj" fmla="val 14180"/>
            </a:avLst>
          </a:prstGeom>
          <a:gradFill flip="none" rotWithShape="1">
            <a:gsLst>
              <a:gs pos="73000">
                <a:srgbClr val="000E26"/>
              </a:gs>
              <a:gs pos="100000">
                <a:srgbClr val="1F489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6467651-9962-6FF5-567A-D2695312E19B}"/>
              </a:ext>
            </a:extLst>
          </p:cNvPr>
          <p:cNvSpPr/>
          <p:nvPr/>
        </p:nvSpPr>
        <p:spPr>
          <a:xfrm>
            <a:off x="9863465" y="515691"/>
            <a:ext cx="1925752" cy="978748"/>
          </a:xfrm>
          <a:prstGeom prst="roundRect">
            <a:avLst>
              <a:gd name="adj" fmla="val 14180"/>
            </a:avLst>
          </a:prstGeom>
          <a:gradFill flip="none" rotWithShape="1">
            <a:gsLst>
              <a:gs pos="73000">
                <a:srgbClr val="000E26"/>
              </a:gs>
              <a:gs pos="100000">
                <a:srgbClr val="1F489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E084DBE-5870-9F30-7F1A-A96A3965F240}"/>
              </a:ext>
            </a:extLst>
          </p:cNvPr>
          <p:cNvSpPr/>
          <p:nvPr/>
        </p:nvSpPr>
        <p:spPr>
          <a:xfrm>
            <a:off x="17434" y="-13"/>
            <a:ext cx="578498" cy="6858012"/>
          </a:xfrm>
          <a:custGeom>
            <a:avLst/>
            <a:gdLst>
              <a:gd name="connsiteX0" fmla="*/ 304796 w 609592"/>
              <a:gd name="connsiteY0" fmla="*/ 0 h 6858000"/>
              <a:gd name="connsiteX1" fmla="*/ 304796 w 609592"/>
              <a:gd name="connsiteY1" fmla="*/ 0 h 6858000"/>
              <a:gd name="connsiteX2" fmla="*/ 609593 w 609592"/>
              <a:gd name="connsiteY2" fmla="*/ 304796 h 6858000"/>
              <a:gd name="connsiteX3" fmla="*/ 609593 w 609592"/>
              <a:gd name="connsiteY3" fmla="*/ 6553204 h 6858000"/>
              <a:gd name="connsiteX4" fmla="*/ 304796 w 609592"/>
              <a:gd name="connsiteY4" fmla="*/ 6858001 h 6858000"/>
              <a:gd name="connsiteX5" fmla="*/ 304796 w 609592"/>
              <a:gd name="connsiteY5" fmla="*/ 6858001 h 6858000"/>
              <a:gd name="connsiteX6" fmla="*/ 0 w 609592"/>
              <a:gd name="connsiteY6" fmla="*/ 6553204 h 6858000"/>
              <a:gd name="connsiteX7" fmla="*/ 0 w 609592"/>
              <a:gd name="connsiteY7" fmla="*/ 304796 h 6858000"/>
              <a:gd name="connsiteX8" fmla="*/ 304796 w 60959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592" h="6858000">
                <a:moveTo>
                  <a:pt x="304796" y="0"/>
                </a:moveTo>
                <a:lnTo>
                  <a:pt x="304796" y="0"/>
                </a:lnTo>
                <a:cubicBezTo>
                  <a:pt x="472444" y="0"/>
                  <a:pt x="609593" y="137149"/>
                  <a:pt x="609593" y="304796"/>
                </a:cubicBezTo>
                <a:lnTo>
                  <a:pt x="609593" y="6553204"/>
                </a:lnTo>
                <a:cubicBezTo>
                  <a:pt x="609593" y="6720852"/>
                  <a:pt x="472444" y="6858001"/>
                  <a:pt x="304796" y="6858001"/>
                </a:cubicBezTo>
                <a:lnTo>
                  <a:pt x="304796" y="6858001"/>
                </a:lnTo>
                <a:cubicBezTo>
                  <a:pt x="137149" y="6858001"/>
                  <a:pt x="0" y="6720852"/>
                  <a:pt x="0" y="6553204"/>
                </a:cubicBezTo>
                <a:lnTo>
                  <a:pt x="0" y="304796"/>
                </a:lnTo>
                <a:cubicBezTo>
                  <a:pt x="0" y="137149"/>
                  <a:pt x="137149" y="0"/>
                  <a:pt x="304796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Forma Livre: Forma 52">
            <a:extLst>
              <a:ext uri="{FF2B5EF4-FFF2-40B4-BE49-F238E27FC236}">
                <a16:creationId xmlns:a16="http://schemas.microsoft.com/office/drawing/2014/main" id="{B2EA7C07-8514-D9EF-D1FC-34B62A130DC9}"/>
              </a:ext>
            </a:extLst>
          </p:cNvPr>
          <p:cNvSpPr/>
          <p:nvPr/>
        </p:nvSpPr>
        <p:spPr>
          <a:xfrm>
            <a:off x="197506" y="6449930"/>
            <a:ext cx="198112" cy="198123"/>
          </a:xfrm>
          <a:custGeom>
            <a:avLst/>
            <a:gdLst>
              <a:gd name="connsiteX0" fmla="*/ 180191 w 198112"/>
              <a:gd name="connsiteY0" fmla="*/ 0 h 198123"/>
              <a:gd name="connsiteX1" fmla="*/ 17921 w 198112"/>
              <a:gd name="connsiteY1" fmla="*/ 0 h 198123"/>
              <a:gd name="connsiteX2" fmla="*/ 0 w 198112"/>
              <a:gd name="connsiteY2" fmla="*/ 17921 h 198123"/>
              <a:gd name="connsiteX3" fmla="*/ 0 w 198112"/>
              <a:gd name="connsiteY3" fmla="*/ 180203 h 198123"/>
              <a:gd name="connsiteX4" fmla="*/ 17921 w 198112"/>
              <a:gd name="connsiteY4" fmla="*/ 198124 h 198123"/>
              <a:gd name="connsiteX5" fmla="*/ 180191 w 198112"/>
              <a:gd name="connsiteY5" fmla="*/ 198124 h 198123"/>
              <a:gd name="connsiteX6" fmla="*/ 198113 w 198112"/>
              <a:gd name="connsiteY6" fmla="*/ 180203 h 198123"/>
              <a:gd name="connsiteX7" fmla="*/ 198113 w 198112"/>
              <a:gd name="connsiteY7" fmla="*/ 17921 h 198123"/>
              <a:gd name="connsiteX8" fmla="*/ 180191 w 198112"/>
              <a:gd name="connsiteY8" fmla="*/ 0 h 198123"/>
              <a:gd name="connsiteX9" fmla="*/ 61301 w 198112"/>
              <a:gd name="connsiteY9" fmla="*/ 171068 h 198123"/>
              <a:gd name="connsiteX10" fmla="*/ 56081 w 198112"/>
              <a:gd name="connsiteY10" fmla="*/ 176288 h 198123"/>
              <a:gd name="connsiteX11" fmla="*/ 33885 w 198112"/>
              <a:gd name="connsiteY11" fmla="*/ 176288 h 198123"/>
              <a:gd name="connsiteX12" fmla="*/ 28665 w 198112"/>
              <a:gd name="connsiteY12" fmla="*/ 171068 h 198123"/>
              <a:gd name="connsiteX13" fmla="*/ 28665 w 198112"/>
              <a:gd name="connsiteY13" fmla="*/ 78007 h 198123"/>
              <a:gd name="connsiteX14" fmla="*/ 33885 w 198112"/>
              <a:gd name="connsiteY14" fmla="*/ 72788 h 198123"/>
              <a:gd name="connsiteX15" fmla="*/ 56081 w 198112"/>
              <a:gd name="connsiteY15" fmla="*/ 72788 h 198123"/>
              <a:gd name="connsiteX16" fmla="*/ 61301 w 198112"/>
              <a:gd name="connsiteY16" fmla="*/ 78007 h 198123"/>
              <a:gd name="connsiteX17" fmla="*/ 61301 w 198112"/>
              <a:gd name="connsiteY17" fmla="*/ 171068 h 198123"/>
              <a:gd name="connsiteX18" fmla="*/ 44989 w 198112"/>
              <a:gd name="connsiteY18" fmla="*/ 64024 h 198123"/>
              <a:gd name="connsiteX19" fmla="*/ 23895 w 198112"/>
              <a:gd name="connsiteY19" fmla="*/ 42930 h 198123"/>
              <a:gd name="connsiteX20" fmla="*/ 44989 w 198112"/>
              <a:gd name="connsiteY20" fmla="*/ 21836 h 198123"/>
              <a:gd name="connsiteX21" fmla="*/ 66071 w 198112"/>
              <a:gd name="connsiteY21" fmla="*/ 42930 h 198123"/>
              <a:gd name="connsiteX22" fmla="*/ 44989 w 198112"/>
              <a:gd name="connsiteY22" fmla="*/ 64024 h 198123"/>
              <a:gd name="connsiteX23" fmla="*/ 177323 w 198112"/>
              <a:gd name="connsiteY23" fmla="*/ 171495 h 198123"/>
              <a:gd name="connsiteX24" fmla="*/ 172519 w 198112"/>
              <a:gd name="connsiteY24" fmla="*/ 176288 h 198123"/>
              <a:gd name="connsiteX25" fmla="*/ 148702 w 198112"/>
              <a:gd name="connsiteY25" fmla="*/ 176288 h 198123"/>
              <a:gd name="connsiteX26" fmla="*/ 143910 w 198112"/>
              <a:gd name="connsiteY26" fmla="*/ 171495 h 198123"/>
              <a:gd name="connsiteX27" fmla="*/ 143910 w 198112"/>
              <a:gd name="connsiteY27" fmla="*/ 127834 h 198123"/>
              <a:gd name="connsiteX28" fmla="*/ 126889 w 198112"/>
              <a:gd name="connsiteY28" fmla="*/ 99304 h 198123"/>
              <a:gd name="connsiteX29" fmla="*/ 108630 w 198112"/>
              <a:gd name="connsiteY29" fmla="*/ 121140 h 198123"/>
              <a:gd name="connsiteX30" fmla="*/ 108630 w 198112"/>
              <a:gd name="connsiteY30" fmla="*/ 171495 h 198123"/>
              <a:gd name="connsiteX31" fmla="*/ 103837 w 198112"/>
              <a:gd name="connsiteY31" fmla="*/ 176288 h 198123"/>
              <a:gd name="connsiteX32" fmla="*/ 80797 w 198112"/>
              <a:gd name="connsiteY32" fmla="*/ 176288 h 198123"/>
              <a:gd name="connsiteX33" fmla="*/ 76005 w 198112"/>
              <a:gd name="connsiteY33" fmla="*/ 171495 h 198123"/>
              <a:gd name="connsiteX34" fmla="*/ 76005 w 198112"/>
              <a:gd name="connsiteY34" fmla="*/ 77591 h 198123"/>
              <a:gd name="connsiteX35" fmla="*/ 80797 w 198112"/>
              <a:gd name="connsiteY35" fmla="*/ 72788 h 198123"/>
              <a:gd name="connsiteX36" fmla="*/ 103837 w 198112"/>
              <a:gd name="connsiteY36" fmla="*/ 72788 h 198123"/>
              <a:gd name="connsiteX37" fmla="*/ 108630 w 198112"/>
              <a:gd name="connsiteY37" fmla="*/ 77591 h 198123"/>
              <a:gd name="connsiteX38" fmla="*/ 108630 w 198112"/>
              <a:gd name="connsiteY38" fmla="*/ 85703 h 198123"/>
              <a:gd name="connsiteX39" fmla="*/ 139388 w 198112"/>
              <a:gd name="connsiteY39" fmla="*/ 71235 h 198123"/>
              <a:gd name="connsiteX40" fmla="*/ 177323 w 198112"/>
              <a:gd name="connsiteY40" fmla="*/ 126450 h 198123"/>
              <a:gd name="connsiteX41" fmla="*/ 177323 w 198112"/>
              <a:gd name="connsiteY41" fmla="*/ 171495 h 198123"/>
              <a:gd name="connsiteX42" fmla="*/ 177323 w 198112"/>
              <a:gd name="connsiteY42" fmla="*/ 171495 h 19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98112" h="198123">
                <a:moveTo>
                  <a:pt x="180191" y="0"/>
                </a:moveTo>
                <a:lnTo>
                  <a:pt x="17921" y="0"/>
                </a:lnTo>
                <a:cubicBezTo>
                  <a:pt x="8021" y="0"/>
                  <a:pt x="0" y="8033"/>
                  <a:pt x="0" y="17921"/>
                </a:cubicBezTo>
                <a:lnTo>
                  <a:pt x="0" y="180203"/>
                </a:lnTo>
                <a:cubicBezTo>
                  <a:pt x="0" y="190091"/>
                  <a:pt x="8021" y="198124"/>
                  <a:pt x="17921" y="198124"/>
                </a:cubicBezTo>
                <a:lnTo>
                  <a:pt x="180191" y="198124"/>
                </a:lnTo>
                <a:cubicBezTo>
                  <a:pt x="190091" y="198124"/>
                  <a:pt x="198113" y="190091"/>
                  <a:pt x="198113" y="180203"/>
                </a:cubicBezTo>
                <a:lnTo>
                  <a:pt x="198113" y="17921"/>
                </a:lnTo>
                <a:cubicBezTo>
                  <a:pt x="198113" y="8033"/>
                  <a:pt x="190091" y="0"/>
                  <a:pt x="180191" y="0"/>
                </a:cubicBezTo>
                <a:close/>
                <a:moveTo>
                  <a:pt x="61301" y="171068"/>
                </a:moveTo>
                <a:cubicBezTo>
                  <a:pt x="61301" y="173948"/>
                  <a:pt x="58961" y="176288"/>
                  <a:pt x="56081" y="176288"/>
                </a:cubicBezTo>
                <a:lnTo>
                  <a:pt x="33885" y="176288"/>
                </a:lnTo>
                <a:cubicBezTo>
                  <a:pt x="31005" y="176288"/>
                  <a:pt x="28665" y="173948"/>
                  <a:pt x="28665" y="171068"/>
                </a:cubicBezTo>
                <a:lnTo>
                  <a:pt x="28665" y="78007"/>
                </a:lnTo>
                <a:cubicBezTo>
                  <a:pt x="28665" y="75128"/>
                  <a:pt x="31005" y="72788"/>
                  <a:pt x="33885" y="72788"/>
                </a:cubicBezTo>
                <a:lnTo>
                  <a:pt x="56081" y="72788"/>
                </a:lnTo>
                <a:cubicBezTo>
                  <a:pt x="58961" y="72788"/>
                  <a:pt x="61301" y="75128"/>
                  <a:pt x="61301" y="78007"/>
                </a:cubicBezTo>
                <a:lnTo>
                  <a:pt x="61301" y="171068"/>
                </a:lnTo>
                <a:close/>
                <a:moveTo>
                  <a:pt x="44989" y="64024"/>
                </a:moveTo>
                <a:cubicBezTo>
                  <a:pt x="33334" y="64024"/>
                  <a:pt x="23895" y="54574"/>
                  <a:pt x="23895" y="42930"/>
                </a:cubicBezTo>
                <a:cubicBezTo>
                  <a:pt x="23895" y="31286"/>
                  <a:pt x="33334" y="21836"/>
                  <a:pt x="44989" y="21836"/>
                </a:cubicBezTo>
                <a:cubicBezTo>
                  <a:pt x="56632" y="21836"/>
                  <a:pt x="66071" y="31286"/>
                  <a:pt x="66071" y="42930"/>
                </a:cubicBezTo>
                <a:cubicBezTo>
                  <a:pt x="66071" y="54574"/>
                  <a:pt x="56632" y="64024"/>
                  <a:pt x="44989" y="64024"/>
                </a:cubicBezTo>
                <a:close/>
                <a:moveTo>
                  <a:pt x="177323" y="171495"/>
                </a:moveTo>
                <a:cubicBezTo>
                  <a:pt x="177323" y="174139"/>
                  <a:pt x="175174" y="176288"/>
                  <a:pt x="172519" y="176288"/>
                </a:cubicBezTo>
                <a:lnTo>
                  <a:pt x="148702" y="176288"/>
                </a:lnTo>
                <a:cubicBezTo>
                  <a:pt x="146048" y="176288"/>
                  <a:pt x="143910" y="174139"/>
                  <a:pt x="143910" y="171495"/>
                </a:cubicBezTo>
                <a:lnTo>
                  <a:pt x="143910" y="127834"/>
                </a:lnTo>
                <a:cubicBezTo>
                  <a:pt x="143910" y="121331"/>
                  <a:pt x="145811" y="99304"/>
                  <a:pt x="126889" y="99304"/>
                </a:cubicBezTo>
                <a:cubicBezTo>
                  <a:pt x="112207" y="99304"/>
                  <a:pt x="109226" y="114379"/>
                  <a:pt x="108630" y="121140"/>
                </a:cubicBezTo>
                <a:lnTo>
                  <a:pt x="108630" y="171495"/>
                </a:lnTo>
                <a:cubicBezTo>
                  <a:pt x="108630" y="174139"/>
                  <a:pt x="106481" y="176288"/>
                  <a:pt x="103837" y="176288"/>
                </a:cubicBezTo>
                <a:lnTo>
                  <a:pt x="80797" y="176288"/>
                </a:lnTo>
                <a:cubicBezTo>
                  <a:pt x="78142" y="176288"/>
                  <a:pt x="76005" y="174139"/>
                  <a:pt x="76005" y="171495"/>
                </a:cubicBezTo>
                <a:lnTo>
                  <a:pt x="76005" y="77591"/>
                </a:lnTo>
                <a:cubicBezTo>
                  <a:pt x="76005" y="74936"/>
                  <a:pt x="78142" y="72788"/>
                  <a:pt x="80797" y="72788"/>
                </a:cubicBezTo>
                <a:lnTo>
                  <a:pt x="103837" y="72788"/>
                </a:lnTo>
                <a:cubicBezTo>
                  <a:pt x="106481" y="72788"/>
                  <a:pt x="108630" y="74936"/>
                  <a:pt x="108630" y="77591"/>
                </a:cubicBezTo>
                <a:lnTo>
                  <a:pt x="108630" y="85703"/>
                </a:lnTo>
                <a:cubicBezTo>
                  <a:pt x="114075" y="77535"/>
                  <a:pt x="122164" y="71235"/>
                  <a:pt x="139388" y="71235"/>
                </a:cubicBezTo>
                <a:cubicBezTo>
                  <a:pt x="177536" y="71235"/>
                  <a:pt x="177323" y="106864"/>
                  <a:pt x="177323" y="126450"/>
                </a:cubicBezTo>
                <a:lnTo>
                  <a:pt x="177323" y="171495"/>
                </a:lnTo>
                <a:lnTo>
                  <a:pt x="177323" y="171495"/>
                </a:lnTo>
                <a:close/>
              </a:path>
            </a:pathLst>
          </a:custGeom>
          <a:solidFill>
            <a:srgbClr val="FFFFFF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4E3FBFC5-7631-A64F-01F6-789DEBD16027}"/>
              </a:ext>
            </a:extLst>
          </p:cNvPr>
          <p:cNvSpPr/>
          <p:nvPr/>
        </p:nvSpPr>
        <p:spPr>
          <a:xfrm rot="10800000">
            <a:off x="197506" y="209947"/>
            <a:ext cx="198359" cy="182902"/>
          </a:xfrm>
          <a:custGeom>
            <a:avLst/>
            <a:gdLst>
              <a:gd name="connsiteX0" fmla="*/ 107550 w 198359"/>
              <a:gd name="connsiteY0" fmla="*/ 0 h 182902"/>
              <a:gd name="connsiteX1" fmla="*/ 198360 w 198359"/>
              <a:gd name="connsiteY1" fmla="*/ 90821 h 182902"/>
              <a:gd name="connsiteX2" fmla="*/ 106279 w 198359"/>
              <a:gd name="connsiteY2" fmla="*/ 182902 h 182902"/>
              <a:gd name="connsiteX3" fmla="*/ 80910 w 198359"/>
              <a:gd name="connsiteY3" fmla="*/ 157534 h 182902"/>
              <a:gd name="connsiteX4" fmla="*/ 147881 w 198359"/>
              <a:gd name="connsiteY4" fmla="*/ 90563 h 182902"/>
              <a:gd name="connsiteX5" fmla="*/ 81686 w 198359"/>
              <a:gd name="connsiteY5" fmla="*/ 24356 h 182902"/>
              <a:gd name="connsiteX6" fmla="*/ 107550 w 198359"/>
              <a:gd name="connsiteY6" fmla="*/ 0 h 182902"/>
              <a:gd name="connsiteX7" fmla="*/ 17752 w 198359"/>
              <a:gd name="connsiteY7" fmla="*/ 23850 h 182902"/>
              <a:gd name="connsiteX8" fmla="*/ 84724 w 198359"/>
              <a:gd name="connsiteY8" fmla="*/ 90821 h 182902"/>
              <a:gd name="connsiteX9" fmla="*/ 14963 w 198359"/>
              <a:gd name="connsiteY9" fmla="*/ 160582 h 182902"/>
              <a:gd name="connsiteX10" fmla="*/ 0 w 198359"/>
              <a:gd name="connsiteY10" fmla="*/ 145620 h 182902"/>
              <a:gd name="connsiteX11" fmla="*/ 54281 w 198359"/>
              <a:gd name="connsiteY11" fmla="*/ 91327 h 182902"/>
              <a:gd name="connsiteX12" fmla="*/ 1766 w 198359"/>
              <a:gd name="connsiteY12" fmla="*/ 38813 h 182902"/>
              <a:gd name="connsiteX13" fmla="*/ 17752 w 198359"/>
              <a:gd name="connsiteY13" fmla="*/ 23850 h 18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8359" h="182902">
                <a:moveTo>
                  <a:pt x="107550" y="0"/>
                </a:moveTo>
                <a:lnTo>
                  <a:pt x="198360" y="90821"/>
                </a:lnTo>
                <a:lnTo>
                  <a:pt x="106279" y="182902"/>
                </a:lnTo>
                <a:lnTo>
                  <a:pt x="80910" y="157534"/>
                </a:lnTo>
                <a:lnTo>
                  <a:pt x="147881" y="90563"/>
                </a:lnTo>
                <a:lnTo>
                  <a:pt x="81686" y="24356"/>
                </a:lnTo>
                <a:lnTo>
                  <a:pt x="107550" y="0"/>
                </a:lnTo>
                <a:close/>
                <a:moveTo>
                  <a:pt x="17752" y="23850"/>
                </a:moveTo>
                <a:lnTo>
                  <a:pt x="84724" y="90821"/>
                </a:lnTo>
                <a:lnTo>
                  <a:pt x="14963" y="160582"/>
                </a:lnTo>
                <a:lnTo>
                  <a:pt x="0" y="145620"/>
                </a:lnTo>
                <a:lnTo>
                  <a:pt x="54281" y="91327"/>
                </a:lnTo>
                <a:lnTo>
                  <a:pt x="1766" y="38813"/>
                </a:lnTo>
                <a:lnTo>
                  <a:pt x="17752" y="23850"/>
                </a:lnTo>
                <a:close/>
              </a:path>
            </a:pathLst>
          </a:custGeom>
          <a:solidFill>
            <a:schemeClr val="bg1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4773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DB15F478-2E69-4ADB-91B5-A2E5CE3B6D8C}"/>
              </a:ext>
            </a:extLst>
          </p:cNvPr>
          <p:cNvSpPr/>
          <p:nvPr/>
        </p:nvSpPr>
        <p:spPr>
          <a:xfrm>
            <a:off x="187" y="0"/>
            <a:ext cx="12191813" cy="6857999"/>
          </a:xfrm>
          <a:prstGeom prst="roundRect">
            <a:avLst>
              <a:gd name="adj" fmla="val 0"/>
            </a:avLst>
          </a:prstGeom>
          <a:solidFill>
            <a:srgbClr val="E4E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1E2961C-5949-AC1F-7476-71B0C0898E02}"/>
              </a:ext>
            </a:extLst>
          </p:cNvPr>
          <p:cNvSpPr/>
          <p:nvPr/>
        </p:nvSpPr>
        <p:spPr>
          <a:xfrm>
            <a:off x="0" y="-2"/>
            <a:ext cx="674281" cy="6858001"/>
          </a:xfrm>
          <a:prstGeom prst="roundRect">
            <a:avLst>
              <a:gd name="adj" fmla="val 16034"/>
            </a:avLst>
          </a:prstGeom>
          <a:solidFill>
            <a:srgbClr val="212F60"/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8E9381B3-1FB1-4584-A721-6F512828F8C5}"/>
              </a:ext>
            </a:extLst>
          </p:cNvPr>
          <p:cNvSpPr/>
          <p:nvPr/>
        </p:nvSpPr>
        <p:spPr>
          <a:xfrm>
            <a:off x="237960" y="268753"/>
            <a:ext cx="198359" cy="182902"/>
          </a:xfrm>
          <a:custGeom>
            <a:avLst/>
            <a:gdLst>
              <a:gd name="connsiteX0" fmla="*/ 107550 w 198359"/>
              <a:gd name="connsiteY0" fmla="*/ 0 h 182902"/>
              <a:gd name="connsiteX1" fmla="*/ 198360 w 198359"/>
              <a:gd name="connsiteY1" fmla="*/ 90821 h 182902"/>
              <a:gd name="connsiteX2" fmla="*/ 106279 w 198359"/>
              <a:gd name="connsiteY2" fmla="*/ 182902 h 182902"/>
              <a:gd name="connsiteX3" fmla="*/ 80910 w 198359"/>
              <a:gd name="connsiteY3" fmla="*/ 157534 h 182902"/>
              <a:gd name="connsiteX4" fmla="*/ 147881 w 198359"/>
              <a:gd name="connsiteY4" fmla="*/ 90563 h 182902"/>
              <a:gd name="connsiteX5" fmla="*/ 81686 w 198359"/>
              <a:gd name="connsiteY5" fmla="*/ 24356 h 182902"/>
              <a:gd name="connsiteX6" fmla="*/ 107550 w 198359"/>
              <a:gd name="connsiteY6" fmla="*/ 0 h 182902"/>
              <a:gd name="connsiteX7" fmla="*/ 17752 w 198359"/>
              <a:gd name="connsiteY7" fmla="*/ 23850 h 182902"/>
              <a:gd name="connsiteX8" fmla="*/ 84724 w 198359"/>
              <a:gd name="connsiteY8" fmla="*/ 90821 h 182902"/>
              <a:gd name="connsiteX9" fmla="*/ 14963 w 198359"/>
              <a:gd name="connsiteY9" fmla="*/ 160582 h 182902"/>
              <a:gd name="connsiteX10" fmla="*/ 0 w 198359"/>
              <a:gd name="connsiteY10" fmla="*/ 145620 h 182902"/>
              <a:gd name="connsiteX11" fmla="*/ 54281 w 198359"/>
              <a:gd name="connsiteY11" fmla="*/ 91327 h 182902"/>
              <a:gd name="connsiteX12" fmla="*/ 1766 w 198359"/>
              <a:gd name="connsiteY12" fmla="*/ 38813 h 182902"/>
              <a:gd name="connsiteX13" fmla="*/ 17752 w 198359"/>
              <a:gd name="connsiteY13" fmla="*/ 23850 h 18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8359" h="182902">
                <a:moveTo>
                  <a:pt x="107550" y="0"/>
                </a:moveTo>
                <a:lnTo>
                  <a:pt x="198360" y="90821"/>
                </a:lnTo>
                <a:lnTo>
                  <a:pt x="106279" y="182902"/>
                </a:lnTo>
                <a:lnTo>
                  <a:pt x="80910" y="157534"/>
                </a:lnTo>
                <a:lnTo>
                  <a:pt x="147881" y="90563"/>
                </a:lnTo>
                <a:lnTo>
                  <a:pt x="81686" y="24356"/>
                </a:lnTo>
                <a:lnTo>
                  <a:pt x="107550" y="0"/>
                </a:lnTo>
                <a:close/>
                <a:moveTo>
                  <a:pt x="17752" y="23850"/>
                </a:moveTo>
                <a:lnTo>
                  <a:pt x="84724" y="90821"/>
                </a:lnTo>
                <a:lnTo>
                  <a:pt x="14963" y="160582"/>
                </a:lnTo>
                <a:lnTo>
                  <a:pt x="0" y="145620"/>
                </a:lnTo>
                <a:lnTo>
                  <a:pt x="54281" y="91327"/>
                </a:lnTo>
                <a:lnTo>
                  <a:pt x="1766" y="38813"/>
                </a:lnTo>
                <a:lnTo>
                  <a:pt x="17752" y="238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343C6AFE-E12B-412E-A9F0-C3909480E4B9}"/>
              </a:ext>
            </a:extLst>
          </p:cNvPr>
          <p:cNvSpPr/>
          <p:nvPr/>
        </p:nvSpPr>
        <p:spPr>
          <a:xfrm>
            <a:off x="912300" y="1695129"/>
            <a:ext cx="7264232" cy="2219932"/>
          </a:xfrm>
          <a:prstGeom prst="roundRect">
            <a:avLst>
              <a:gd name="adj" fmla="val 307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A98BC2A8-2EAE-4908-98DA-D98AD28434F9}"/>
              </a:ext>
            </a:extLst>
          </p:cNvPr>
          <p:cNvSpPr/>
          <p:nvPr/>
        </p:nvSpPr>
        <p:spPr>
          <a:xfrm>
            <a:off x="8417072" y="0"/>
            <a:ext cx="3774927" cy="6858000"/>
          </a:xfrm>
          <a:prstGeom prst="roundRect">
            <a:avLst>
              <a:gd name="adj" fmla="val 0"/>
            </a:avLst>
          </a:prstGeom>
          <a:solidFill>
            <a:srgbClr val="212F60"/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BB163D6F-9F7A-4A93-8B82-96C3B86D07D9}"/>
              </a:ext>
            </a:extLst>
          </p:cNvPr>
          <p:cNvSpPr/>
          <p:nvPr/>
        </p:nvSpPr>
        <p:spPr>
          <a:xfrm>
            <a:off x="912300" y="4110526"/>
            <a:ext cx="3459279" cy="2528195"/>
          </a:xfrm>
          <a:prstGeom prst="roundRect">
            <a:avLst>
              <a:gd name="adj" fmla="val 312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192FECEF-5C51-47CB-882D-EDEF2A5DD820}"/>
              </a:ext>
            </a:extLst>
          </p:cNvPr>
          <p:cNvSpPr/>
          <p:nvPr/>
        </p:nvSpPr>
        <p:spPr>
          <a:xfrm>
            <a:off x="4625059" y="4108882"/>
            <a:ext cx="3551473" cy="2528195"/>
          </a:xfrm>
          <a:prstGeom prst="roundRect">
            <a:avLst>
              <a:gd name="adj" fmla="val 275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77402A64-C80A-4979-A999-79868F75B055}"/>
              </a:ext>
            </a:extLst>
          </p:cNvPr>
          <p:cNvGrpSpPr/>
          <p:nvPr/>
        </p:nvGrpSpPr>
        <p:grpSpPr>
          <a:xfrm>
            <a:off x="238207" y="5782558"/>
            <a:ext cx="198112" cy="716961"/>
            <a:chOff x="205927" y="5780835"/>
            <a:chExt cx="198112" cy="716961"/>
          </a:xfrm>
          <a:solidFill>
            <a:schemeClr val="bg1">
              <a:lumMod val="85000"/>
            </a:schemeClr>
          </a:solidFill>
        </p:grpSpPr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472AEC5-E6A2-4FB9-A292-228102CF5682}"/>
                </a:ext>
              </a:extLst>
            </p:cNvPr>
            <p:cNvSpPr/>
            <p:nvPr/>
          </p:nvSpPr>
          <p:spPr>
            <a:xfrm>
              <a:off x="205927" y="6299673"/>
              <a:ext cx="198112" cy="198123"/>
            </a:xfrm>
            <a:custGeom>
              <a:avLst/>
              <a:gdLst>
                <a:gd name="connsiteX0" fmla="*/ 180191 w 198112"/>
                <a:gd name="connsiteY0" fmla="*/ 0 h 198123"/>
                <a:gd name="connsiteX1" fmla="*/ 17921 w 198112"/>
                <a:gd name="connsiteY1" fmla="*/ 0 h 198123"/>
                <a:gd name="connsiteX2" fmla="*/ 0 w 198112"/>
                <a:gd name="connsiteY2" fmla="*/ 17921 h 198123"/>
                <a:gd name="connsiteX3" fmla="*/ 0 w 198112"/>
                <a:gd name="connsiteY3" fmla="*/ 180203 h 198123"/>
                <a:gd name="connsiteX4" fmla="*/ 17921 w 198112"/>
                <a:gd name="connsiteY4" fmla="*/ 198124 h 198123"/>
                <a:gd name="connsiteX5" fmla="*/ 180191 w 198112"/>
                <a:gd name="connsiteY5" fmla="*/ 198124 h 198123"/>
                <a:gd name="connsiteX6" fmla="*/ 198113 w 198112"/>
                <a:gd name="connsiteY6" fmla="*/ 180203 h 198123"/>
                <a:gd name="connsiteX7" fmla="*/ 198113 w 198112"/>
                <a:gd name="connsiteY7" fmla="*/ 17921 h 198123"/>
                <a:gd name="connsiteX8" fmla="*/ 180191 w 198112"/>
                <a:gd name="connsiteY8" fmla="*/ 0 h 198123"/>
                <a:gd name="connsiteX9" fmla="*/ 61301 w 198112"/>
                <a:gd name="connsiteY9" fmla="*/ 171068 h 198123"/>
                <a:gd name="connsiteX10" fmla="*/ 56081 w 198112"/>
                <a:gd name="connsiteY10" fmla="*/ 176288 h 198123"/>
                <a:gd name="connsiteX11" fmla="*/ 33885 w 198112"/>
                <a:gd name="connsiteY11" fmla="*/ 176288 h 198123"/>
                <a:gd name="connsiteX12" fmla="*/ 28665 w 198112"/>
                <a:gd name="connsiteY12" fmla="*/ 171068 h 198123"/>
                <a:gd name="connsiteX13" fmla="*/ 28665 w 198112"/>
                <a:gd name="connsiteY13" fmla="*/ 78007 h 198123"/>
                <a:gd name="connsiteX14" fmla="*/ 33885 w 198112"/>
                <a:gd name="connsiteY14" fmla="*/ 72788 h 198123"/>
                <a:gd name="connsiteX15" fmla="*/ 56081 w 198112"/>
                <a:gd name="connsiteY15" fmla="*/ 72788 h 198123"/>
                <a:gd name="connsiteX16" fmla="*/ 61301 w 198112"/>
                <a:gd name="connsiteY16" fmla="*/ 78007 h 198123"/>
                <a:gd name="connsiteX17" fmla="*/ 61301 w 198112"/>
                <a:gd name="connsiteY17" fmla="*/ 171068 h 198123"/>
                <a:gd name="connsiteX18" fmla="*/ 44989 w 198112"/>
                <a:gd name="connsiteY18" fmla="*/ 64024 h 198123"/>
                <a:gd name="connsiteX19" fmla="*/ 23895 w 198112"/>
                <a:gd name="connsiteY19" fmla="*/ 42930 h 198123"/>
                <a:gd name="connsiteX20" fmla="*/ 44989 w 198112"/>
                <a:gd name="connsiteY20" fmla="*/ 21836 h 198123"/>
                <a:gd name="connsiteX21" fmla="*/ 66071 w 198112"/>
                <a:gd name="connsiteY21" fmla="*/ 42930 h 198123"/>
                <a:gd name="connsiteX22" fmla="*/ 44989 w 198112"/>
                <a:gd name="connsiteY22" fmla="*/ 64024 h 198123"/>
                <a:gd name="connsiteX23" fmla="*/ 177323 w 198112"/>
                <a:gd name="connsiteY23" fmla="*/ 171495 h 198123"/>
                <a:gd name="connsiteX24" fmla="*/ 172519 w 198112"/>
                <a:gd name="connsiteY24" fmla="*/ 176288 h 198123"/>
                <a:gd name="connsiteX25" fmla="*/ 148702 w 198112"/>
                <a:gd name="connsiteY25" fmla="*/ 176288 h 198123"/>
                <a:gd name="connsiteX26" fmla="*/ 143910 w 198112"/>
                <a:gd name="connsiteY26" fmla="*/ 171495 h 198123"/>
                <a:gd name="connsiteX27" fmla="*/ 143910 w 198112"/>
                <a:gd name="connsiteY27" fmla="*/ 127834 h 198123"/>
                <a:gd name="connsiteX28" fmla="*/ 126889 w 198112"/>
                <a:gd name="connsiteY28" fmla="*/ 99304 h 198123"/>
                <a:gd name="connsiteX29" fmla="*/ 108630 w 198112"/>
                <a:gd name="connsiteY29" fmla="*/ 121140 h 198123"/>
                <a:gd name="connsiteX30" fmla="*/ 108630 w 198112"/>
                <a:gd name="connsiteY30" fmla="*/ 171495 h 198123"/>
                <a:gd name="connsiteX31" fmla="*/ 103837 w 198112"/>
                <a:gd name="connsiteY31" fmla="*/ 176288 h 198123"/>
                <a:gd name="connsiteX32" fmla="*/ 80797 w 198112"/>
                <a:gd name="connsiteY32" fmla="*/ 176288 h 198123"/>
                <a:gd name="connsiteX33" fmla="*/ 76005 w 198112"/>
                <a:gd name="connsiteY33" fmla="*/ 171495 h 198123"/>
                <a:gd name="connsiteX34" fmla="*/ 76005 w 198112"/>
                <a:gd name="connsiteY34" fmla="*/ 77591 h 198123"/>
                <a:gd name="connsiteX35" fmla="*/ 80797 w 198112"/>
                <a:gd name="connsiteY35" fmla="*/ 72788 h 198123"/>
                <a:gd name="connsiteX36" fmla="*/ 103837 w 198112"/>
                <a:gd name="connsiteY36" fmla="*/ 72788 h 198123"/>
                <a:gd name="connsiteX37" fmla="*/ 108630 w 198112"/>
                <a:gd name="connsiteY37" fmla="*/ 77591 h 198123"/>
                <a:gd name="connsiteX38" fmla="*/ 108630 w 198112"/>
                <a:gd name="connsiteY38" fmla="*/ 85703 h 198123"/>
                <a:gd name="connsiteX39" fmla="*/ 139388 w 198112"/>
                <a:gd name="connsiteY39" fmla="*/ 71235 h 198123"/>
                <a:gd name="connsiteX40" fmla="*/ 177323 w 198112"/>
                <a:gd name="connsiteY40" fmla="*/ 126450 h 198123"/>
                <a:gd name="connsiteX41" fmla="*/ 177323 w 198112"/>
                <a:gd name="connsiteY41" fmla="*/ 171495 h 198123"/>
                <a:gd name="connsiteX42" fmla="*/ 177323 w 198112"/>
                <a:gd name="connsiteY42" fmla="*/ 171495 h 19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8112" h="198123">
                  <a:moveTo>
                    <a:pt x="180191" y="0"/>
                  </a:moveTo>
                  <a:lnTo>
                    <a:pt x="17921" y="0"/>
                  </a:lnTo>
                  <a:cubicBezTo>
                    <a:pt x="8021" y="0"/>
                    <a:pt x="0" y="8033"/>
                    <a:pt x="0" y="17921"/>
                  </a:cubicBezTo>
                  <a:lnTo>
                    <a:pt x="0" y="180203"/>
                  </a:lnTo>
                  <a:cubicBezTo>
                    <a:pt x="0" y="190091"/>
                    <a:pt x="8021" y="198124"/>
                    <a:pt x="17921" y="198124"/>
                  </a:cubicBezTo>
                  <a:lnTo>
                    <a:pt x="180191" y="198124"/>
                  </a:lnTo>
                  <a:cubicBezTo>
                    <a:pt x="190091" y="198124"/>
                    <a:pt x="198113" y="190091"/>
                    <a:pt x="198113" y="180203"/>
                  </a:cubicBezTo>
                  <a:lnTo>
                    <a:pt x="198113" y="17921"/>
                  </a:lnTo>
                  <a:cubicBezTo>
                    <a:pt x="198113" y="8033"/>
                    <a:pt x="190091" y="0"/>
                    <a:pt x="180191" y="0"/>
                  </a:cubicBezTo>
                  <a:close/>
                  <a:moveTo>
                    <a:pt x="61301" y="171068"/>
                  </a:moveTo>
                  <a:cubicBezTo>
                    <a:pt x="61301" y="173948"/>
                    <a:pt x="58961" y="176288"/>
                    <a:pt x="56081" y="176288"/>
                  </a:cubicBezTo>
                  <a:lnTo>
                    <a:pt x="33885" y="176288"/>
                  </a:lnTo>
                  <a:cubicBezTo>
                    <a:pt x="31005" y="176288"/>
                    <a:pt x="28665" y="173948"/>
                    <a:pt x="28665" y="171068"/>
                  </a:cubicBezTo>
                  <a:lnTo>
                    <a:pt x="28665" y="78007"/>
                  </a:lnTo>
                  <a:cubicBezTo>
                    <a:pt x="28665" y="75128"/>
                    <a:pt x="31005" y="72788"/>
                    <a:pt x="33885" y="72788"/>
                  </a:cubicBezTo>
                  <a:lnTo>
                    <a:pt x="56081" y="72788"/>
                  </a:lnTo>
                  <a:cubicBezTo>
                    <a:pt x="58961" y="72788"/>
                    <a:pt x="61301" y="75128"/>
                    <a:pt x="61301" y="78007"/>
                  </a:cubicBezTo>
                  <a:lnTo>
                    <a:pt x="61301" y="171068"/>
                  </a:lnTo>
                  <a:close/>
                  <a:moveTo>
                    <a:pt x="44989" y="64024"/>
                  </a:moveTo>
                  <a:cubicBezTo>
                    <a:pt x="33334" y="64024"/>
                    <a:pt x="23895" y="54574"/>
                    <a:pt x="23895" y="42930"/>
                  </a:cubicBezTo>
                  <a:cubicBezTo>
                    <a:pt x="23895" y="31286"/>
                    <a:pt x="33334" y="21836"/>
                    <a:pt x="44989" y="21836"/>
                  </a:cubicBezTo>
                  <a:cubicBezTo>
                    <a:pt x="56632" y="21836"/>
                    <a:pt x="66071" y="31286"/>
                    <a:pt x="66071" y="42930"/>
                  </a:cubicBezTo>
                  <a:cubicBezTo>
                    <a:pt x="66071" y="54574"/>
                    <a:pt x="56632" y="64024"/>
                    <a:pt x="44989" y="64024"/>
                  </a:cubicBezTo>
                  <a:close/>
                  <a:moveTo>
                    <a:pt x="177323" y="171495"/>
                  </a:moveTo>
                  <a:cubicBezTo>
                    <a:pt x="177323" y="174139"/>
                    <a:pt x="175174" y="176288"/>
                    <a:pt x="172519" y="176288"/>
                  </a:cubicBezTo>
                  <a:lnTo>
                    <a:pt x="148702" y="176288"/>
                  </a:lnTo>
                  <a:cubicBezTo>
                    <a:pt x="146048" y="176288"/>
                    <a:pt x="143910" y="174139"/>
                    <a:pt x="143910" y="171495"/>
                  </a:cubicBezTo>
                  <a:lnTo>
                    <a:pt x="143910" y="127834"/>
                  </a:lnTo>
                  <a:cubicBezTo>
                    <a:pt x="143910" y="121331"/>
                    <a:pt x="145811" y="99304"/>
                    <a:pt x="126889" y="99304"/>
                  </a:cubicBezTo>
                  <a:cubicBezTo>
                    <a:pt x="112207" y="99304"/>
                    <a:pt x="109226" y="114379"/>
                    <a:pt x="108630" y="121140"/>
                  </a:cubicBezTo>
                  <a:lnTo>
                    <a:pt x="108630" y="171495"/>
                  </a:lnTo>
                  <a:cubicBezTo>
                    <a:pt x="108630" y="174139"/>
                    <a:pt x="106481" y="176288"/>
                    <a:pt x="103837" y="176288"/>
                  </a:cubicBezTo>
                  <a:lnTo>
                    <a:pt x="80797" y="176288"/>
                  </a:lnTo>
                  <a:cubicBezTo>
                    <a:pt x="78142" y="176288"/>
                    <a:pt x="76005" y="174139"/>
                    <a:pt x="76005" y="171495"/>
                  </a:cubicBezTo>
                  <a:lnTo>
                    <a:pt x="76005" y="77591"/>
                  </a:lnTo>
                  <a:cubicBezTo>
                    <a:pt x="76005" y="74936"/>
                    <a:pt x="78142" y="72788"/>
                    <a:pt x="80797" y="72788"/>
                  </a:cubicBezTo>
                  <a:lnTo>
                    <a:pt x="103837" y="72788"/>
                  </a:lnTo>
                  <a:cubicBezTo>
                    <a:pt x="106481" y="72788"/>
                    <a:pt x="108630" y="74936"/>
                    <a:pt x="108630" y="77591"/>
                  </a:cubicBezTo>
                  <a:lnTo>
                    <a:pt x="108630" y="85703"/>
                  </a:lnTo>
                  <a:cubicBezTo>
                    <a:pt x="114075" y="77535"/>
                    <a:pt x="122164" y="71235"/>
                    <a:pt x="139388" y="71235"/>
                  </a:cubicBezTo>
                  <a:cubicBezTo>
                    <a:pt x="177536" y="71235"/>
                    <a:pt x="177323" y="106864"/>
                    <a:pt x="177323" y="126450"/>
                  </a:cubicBezTo>
                  <a:lnTo>
                    <a:pt x="177323" y="171495"/>
                  </a:lnTo>
                  <a:lnTo>
                    <a:pt x="177323" y="171495"/>
                  </a:lnTo>
                  <a:close/>
                </a:path>
              </a:pathLst>
            </a:custGeom>
            <a:grpFill/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DA499AED-4278-4B6E-92CE-219F0A3A15C2}"/>
                </a:ext>
              </a:extLst>
            </p:cNvPr>
            <p:cNvSpPr/>
            <p:nvPr/>
          </p:nvSpPr>
          <p:spPr>
            <a:xfrm>
              <a:off x="205927" y="5780835"/>
              <a:ext cx="198112" cy="198123"/>
            </a:xfrm>
            <a:custGeom>
              <a:avLst/>
              <a:gdLst>
                <a:gd name="connsiteX0" fmla="*/ 169099 w 198112"/>
                <a:gd name="connsiteY0" fmla="*/ 29014 h 198123"/>
                <a:gd name="connsiteX1" fmla="*/ 99056 w 198112"/>
                <a:gd name="connsiteY1" fmla="*/ 0 h 198123"/>
                <a:gd name="connsiteX2" fmla="*/ 99056 w 198112"/>
                <a:gd name="connsiteY2" fmla="*/ 0 h 198123"/>
                <a:gd name="connsiteX3" fmla="*/ 29014 w 198112"/>
                <a:gd name="connsiteY3" fmla="*/ 29014 h 198123"/>
                <a:gd name="connsiteX4" fmla="*/ 0 w 198112"/>
                <a:gd name="connsiteY4" fmla="*/ 99056 h 198123"/>
                <a:gd name="connsiteX5" fmla="*/ 29014 w 198112"/>
                <a:gd name="connsiteY5" fmla="*/ 169110 h 198123"/>
                <a:gd name="connsiteX6" fmla="*/ 99056 w 198112"/>
                <a:gd name="connsiteY6" fmla="*/ 198124 h 198123"/>
                <a:gd name="connsiteX7" fmla="*/ 169099 w 198112"/>
                <a:gd name="connsiteY7" fmla="*/ 169110 h 198123"/>
                <a:gd name="connsiteX8" fmla="*/ 198113 w 198112"/>
                <a:gd name="connsiteY8" fmla="*/ 99056 h 198123"/>
                <a:gd name="connsiteX9" fmla="*/ 169099 w 198112"/>
                <a:gd name="connsiteY9" fmla="*/ 29014 h 198123"/>
                <a:gd name="connsiteX10" fmla="*/ 175568 w 198112"/>
                <a:gd name="connsiteY10" fmla="*/ 141356 h 198123"/>
                <a:gd name="connsiteX11" fmla="*/ 146576 w 198112"/>
                <a:gd name="connsiteY11" fmla="*/ 141356 h 198123"/>
                <a:gd name="connsiteX12" fmla="*/ 153349 w 198112"/>
                <a:gd name="connsiteY12" fmla="*/ 104861 h 198123"/>
                <a:gd name="connsiteX13" fmla="*/ 186311 w 198112"/>
                <a:gd name="connsiteY13" fmla="*/ 104861 h 198123"/>
                <a:gd name="connsiteX14" fmla="*/ 175568 w 198112"/>
                <a:gd name="connsiteY14" fmla="*/ 141356 h 198123"/>
                <a:gd name="connsiteX15" fmla="*/ 99056 w 198112"/>
                <a:gd name="connsiteY15" fmla="*/ 185648 h 198123"/>
                <a:gd name="connsiteX16" fmla="*/ 69086 w 198112"/>
                <a:gd name="connsiteY16" fmla="*/ 152966 h 198123"/>
                <a:gd name="connsiteX17" fmla="*/ 129026 w 198112"/>
                <a:gd name="connsiteY17" fmla="*/ 152966 h 198123"/>
                <a:gd name="connsiteX18" fmla="*/ 99056 w 198112"/>
                <a:gd name="connsiteY18" fmla="*/ 185648 h 198123"/>
                <a:gd name="connsiteX19" fmla="*/ 63832 w 198112"/>
                <a:gd name="connsiteY19" fmla="*/ 141356 h 198123"/>
                <a:gd name="connsiteX20" fmla="*/ 56385 w 198112"/>
                <a:gd name="connsiteY20" fmla="*/ 104861 h 198123"/>
                <a:gd name="connsiteX21" fmla="*/ 141727 w 198112"/>
                <a:gd name="connsiteY21" fmla="*/ 104861 h 198123"/>
                <a:gd name="connsiteX22" fmla="*/ 134269 w 198112"/>
                <a:gd name="connsiteY22" fmla="*/ 141356 h 198123"/>
                <a:gd name="connsiteX23" fmla="*/ 63832 w 198112"/>
                <a:gd name="connsiteY23" fmla="*/ 141356 h 198123"/>
                <a:gd name="connsiteX24" fmla="*/ 11801 w 198112"/>
                <a:gd name="connsiteY24" fmla="*/ 104861 h 198123"/>
                <a:gd name="connsiteX25" fmla="*/ 44764 w 198112"/>
                <a:gd name="connsiteY25" fmla="*/ 104861 h 198123"/>
                <a:gd name="connsiteX26" fmla="*/ 51536 w 198112"/>
                <a:gd name="connsiteY26" fmla="*/ 141356 h 198123"/>
                <a:gd name="connsiteX27" fmla="*/ 22534 w 198112"/>
                <a:gd name="connsiteY27" fmla="*/ 141356 h 198123"/>
                <a:gd name="connsiteX28" fmla="*/ 11801 w 198112"/>
                <a:gd name="connsiteY28" fmla="*/ 104861 h 198123"/>
                <a:gd name="connsiteX29" fmla="*/ 22534 w 198112"/>
                <a:gd name="connsiteY29" fmla="*/ 56756 h 198123"/>
                <a:gd name="connsiteX30" fmla="*/ 51536 w 198112"/>
                <a:gd name="connsiteY30" fmla="*/ 56756 h 198123"/>
                <a:gd name="connsiteX31" fmla="*/ 44764 w 198112"/>
                <a:gd name="connsiteY31" fmla="*/ 93251 h 198123"/>
                <a:gd name="connsiteX32" fmla="*/ 11801 w 198112"/>
                <a:gd name="connsiteY32" fmla="*/ 93251 h 198123"/>
                <a:gd name="connsiteX33" fmla="*/ 22534 w 198112"/>
                <a:gd name="connsiteY33" fmla="*/ 56756 h 198123"/>
                <a:gd name="connsiteX34" fmla="*/ 99056 w 198112"/>
                <a:gd name="connsiteY34" fmla="*/ 12465 h 198123"/>
                <a:gd name="connsiteX35" fmla="*/ 129026 w 198112"/>
                <a:gd name="connsiteY35" fmla="*/ 45146 h 198123"/>
                <a:gd name="connsiteX36" fmla="*/ 69086 w 198112"/>
                <a:gd name="connsiteY36" fmla="*/ 45146 h 198123"/>
                <a:gd name="connsiteX37" fmla="*/ 99056 w 198112"/>
                <a:gd name="connsiteY37" fmla="*/ 12465 h 198123"/>
                <a:gd name="connsiteX38" fmla="*/ 134269 w 198112"/>
                <a:gd name="connsiteY38" fmla="*/ 56756 h 198123"/>
                <a:gd name="connsiteX39" fmla="*/ 141727 w 198112"/>
                <a:gd name="connsiteY39" fmla="*/ 93251 h 198123"/>
                <a:gd name="connsiteX40" fmla="*/ 56385 w 198112"/>
                <a:gd name="connsiteY40" fmla="*/ 93251 h 198123"/>
                <a:gd name="connsiteX41" fmla="*/ 63832 w 198112"/>
                <a:gd name="connsiteY41" fmla="*/ 56756 h 198123"/>
                <a:gd name="connsiteX42" fmla="*/ 134269 w 198112"/>
                <a:gd name="connsiteY42" fmla="*/ 56756 h 198123"/>
                <a:gd name="connsiteX43" fmla="*/ 186311 w 198112"/>
                <a:gd name="connsiteY43" fmla="*/ 93251 h 198123"/>
                <a:gd name="connsiteX44" fmla="*/ 153349 w 198112"/>
                <a:gd name="connsiteY44" fmla="*/ 93251 h 198123"/>
                <a:gd name="connsiteX45" fmla="*/ 146576 w 198112"/>
                <a:gd name="connsiteY45" fmla="*/ 56756 h 198123"/>
                <a:gd name="connsiteX46" fmla="*/ 175568 w 198112"/>
                <a:gd name="connsiteY46" fmla="*/ 56756 h 198123"/>
                <a:gd name="connsiteX47" fmla="*/ 186311 w 198112"/>
                <a:gd name="connsiteY47" fmla="*/ 93251 h 198123"/>
                <a:gd name="connsiteX48" fmla="*/ 141930 w 198112"/>
                <a:gd name="connsiteY48" fmla="*/ 45146 h 198123"/>
                <a:gd name="connsiteX49" fmla="*/ 120262 w 198112"/>
                <a:gd name="connsiteY49" fmla="*/ 14209 h 198123"/>
                <a:gd name="connsiteX50" fmla="*/ 167873 w 198112"/>
                <a:gd name="connsiteY50" fmla="*/ 45146 h 198123"/>
                <a:gd name="connsiteX51" fmla="*/ 141930 w 198112"/>
                <a:gd name="connsiteY51" fmla="*/ 45146 h 198123"/>
                <a:gd name="connsiteX52" fmla="*/ 77850 w 198112"/>
                <a:gd name="connsiteY52" fmla="*/ 14209 h 198123"/>
                <a:gd name="connsiteX53" fmla="*/ 56183 w 198112"/>
                <a:gd name="connsiteY53" fmla="*/ 45146 h 198123"/>
                <a:gd name="connsiteX54" fmla="*/ 30240 w 198112"/>
                <a:gd name="connsiteY54" fmla="*/ 45146 h 198123"/>
                <a:gd name="connsiteX55" fmla="*/ 77850 w 198112"/>
                <a:gd name="connsiteY55" fmla="*/ 14209 h 198123"/>
                <a:gd name="connsiteX56" fmla="*/ 56183 w 198112"/>
                <a:gd name="connsiteY56" fmla="*/ 152966 h 198123"/>
                <a:gd name="connsiteX57" fmla="*/ 77850 w 198112"/>
                <a:gd name="connsiteY57" fmla="*/ 183904 h 198123"/>
                <a:gd name="connsiteX58" fmla="*/ 30240 w 198112"/>
                <a:gd name="connsiteY58" fmla="*/ 152966 h 198123"/>
                <a:gd name="connsiteX59" fmla="*/ 56183 w 198112"/>
                <a:gd name="connsiteY59" fmla="*/ 152966 h 198123"/>
                <a:gd name="connsiteX60" fmla="*/ 120262 w 198112"/>
                <a:gd name="connsiteY60" fmla="*/ 183904 h 198123"/>
                <a:gd name="connsiteX61" fmla="*/ 141930 w 198112"/>
                <a:gd name="connsiteY61" fmla="*/ 152966 h 198123"/>
                <a:gd name="connsiteX62" fmla="*/ 167873 w 198112"/>
                <a:gd name="connsiteY62" fmla="*/ 152966 h 198123"/>
                <a:gd name="connsiteX63" fmla="*/ 120262 w 198112"/>
                <a:gd name="connsiteY63" fmla="*/ 183904 h 19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98112" h="198123">
                  <a:moveTo>
                    <a:pt x="169099" y="29014"/>
                  </a:moveTo>
                  <a:cubicBezTo>
                    <a:pt x="150390" y="10305"/>
                    <a:pt x="125516" y="0"/>
                    <a:pt x="99056" y="0"/>
                  </a:cubicBezTo>
                  <a:lnTo>
                    <a:pt x="99056" y="0"/>
                  </a:lnTo>
                  <a:cubicBezTo>
                    <a:pt x="72596" y="0"/>
                    <a:pt x="47722" y="10305"/>
                    <a:pt x="29014" y="29014"/>
                  </a:cubicBezTo>
                  <a:cubicBezTo>
                    <a:pt x="10294" y="47722"/>
                    <a:pt x="0" y="72596"/>
                    <a:pt x="0" y="99056"/>
                  </a:cubicBezTo>
                  <a:cubicBezTo>
                    <a:pt x="0" y="125516"/>
                    <a:pt x="10294" y="150390"/>
                    <a:pt x="29014" y="169110"/>
                  </a:cubicBezTo>
                  <a:cubicBezTo>
                    <a:pt x="47722" y="187819"/>
                    <a:pt x="72596" y="198124"/>
                    <a:pt x="99056" y="198124"/>
                  </a:cubicBezTo>
                  <a:cubicBezTo>
                    <a:pt x="125516" y="198124"/>
                    <a:pt x="150390" y="187819"/>
                    <a:pt x="169099" y="169110"/>
                  </a:cubicBezTo>
                  <a:cubicBezTo>
                    <a:pt x="187808" y="150390"/>
                    <a:pt x="198113" y="125516"/>
                    <a:pt x="198113" y="99056"/>
                  </a:cubicBezTo>
                  <a:cubicBezTo>
                    <a:pt x="198113" y="72596"/>
                    <a:pt x="187808" y="47722"/>
                    <a:pt x="169099" y="29014"/>
                  </a:cubicBezTo>
                  <a:close/>
                  <a:moveTo>
                    <a:pt x="175568" y="141356"/>
                  </a:moveTo>
                  <a:lnTo>
                    <a:pt x="146576" y="141356"/>
                  </a:lnTo>
                  <a:cubicBezTo>
                    <a:pt x="150469" y="129983"/>
                    <a:pt x="152809" y="117653"/>
                    <a:pt x="153349" y="104861"/>
                  </a:cubicBezTo>
                  <a:lnTo>
                    <a:pt x="186311" y="104861"/>
                  </a:lnTo>
                  <a:cubicBezTo>
                    <a:pt x="185445" y="118035"/>
                    <a:pt x="181642" y="130410"/>
                    <a:pt x="175568" y="141356"/>
                  </a:cubicBezTo>
                  <a:close/>
                  <a:moveTo>
                    <a:pt x="99056" y="185648"/>
                  </a:moveTo>
                  <a:cubicBezTo>
                    <a:pt x="86704" y="178301"/>
                    <a:pt x="76455" y="166905"/>
                    <a:pt x="69086" y="152966"/>
                  </a:cubicBezTo>
                  <a:lnTo>
                    <a:pt x="129026" y="152966"/>
                  </a:lnTo>
                  <a:cubicBezTo>
                    <a:pt x="121657" y="166905"/>
                    <a:pt x="111409" y="178301"/>
                    <a:pt x="99056" y="185648"/>
                  </a:cubicBezTo>
                  <a:close/>
                  <a:moveTo>
                    <a:pt x="63832" y="141356"/>
                  </a:moveTo>
                  <a:cubicBezTo>
                    <a:pt x="59569" y="130163"/>
                    <a:pt x="56981" y="117799"/>
                    <a:pt x="56385" y="104861"/>
                  </a:cubicBezTo>
                  <a:lnTo>
                    <a:pt x="141727" y="104861"/>
                  </a:lnTo>
                  <a:cubicBezTo>
                    <a:pt x="141131" y="117799"/>
                    <a:pt x="138544" y="130163"/>
                    <a:pt x="134269" y="141356"/>
                  </a:cubicBezTo>
                  <a:lnTo>
                    <a:pt x="63832" y="141356"/>
                  </a:lnTo>
                  <a:close/>
                  <a:moveTo>
                    <a:pt x="11801" y="104861"/>
                  </a:moveTo>
                  <a:lnTo>
                    <a:pt x="44764" y="104861"/>
                  </a:lnTo>
                  <a:cubicBezTo>
                    <a:pt x="45304" y="117653"/>
                    <a:pt x="47644" y="129983"/>
                    <a:pt x="51536" y="141356"/>
                  </a:cubicBezTo>
                  <a:lnTo>
                    <a:pt x="22534" y="141356"/>
                  </a:lnTo>
                  <a:cubicBezTo>
                    <a:pt x="16459" y="130410"/>
                    <a:pt x="12667" y="118035"/>
                    <a:pt x="11801" y="104861"/>
                  </a:cubicBezTo>
                  <a:close/>
                  <a:moveTo>
                    <a:pt x="22534" y="56756"/>
                  </a:moveTo>
                  <a:lnTo>
                    <a:pt x="51536" y="56756"/>
                  </a:lnTo>
                  <a:cubicBezTo>
                    <a:pt x="47644" y="68141"/>
                    <a:pt x="45304" y="80460"/>
                    <a:pt x="44764" y="93251"/>
                  </a:cubicBezTo>
                  <a:lnTo>
                    <a:pt x="11801" y="93251"/>
                  </a:lnTo>
                  <a:cubicBezTo>
                    <a:pt x="12667" y="80089"/>
                    <a:pt x="16459" y="67703"/>
                    <a:pt x="22534" y="56756"/>
                  </a:cubicBezTo>
                  <a:close/>
                  <a:moveTo>
                    <a:pt x="99056" y="12465"/>
                  </a:moveTo>
                  <a:cubicBezTo>
                    <a:pt x="111409" y="19823"/>
                    <a:pt x="121657" y="31219"/>
                    <a:pt x="129026" y="45146"/>
                  </a:cubicBezTo>
                  <a:lnTo>
                    <a:pt x="69086" y="45146"/>
                  </a:lnTo>
                  <a:cubicBezTo>
                    <a:pt x="76455" y="31219"/>
                    <a:pt x="86704" y="19823"/>
                    <a:pt x="99056" y="12465"/>
                  </a:cubicBezTo>
                  <a:close/>
                  <a:moveTo>
                    <a:pt x="134269" y="56756"/>
                  </a:moveTo>
                  <a:cubicBezTo>
                    <a:pt x="138544" y="67961"/>
                    <a:pt x="141131" y="80325"/>
                    <a:pt x="141727" y="93251"/>
                  </a:cubicBezTo>
                  <a:lnTo>
                    <a:pt x="56385" y="93251"/>
                  </a:lnTo>
                  <a:cubicBezTo>
                    <a:pt x="56981" y="80325"/>
                    <a:pt x="59569" y="67961"/>
                    <a:pt x="63832" y="56756"/>
                  </a:cubicBezTo>
                  <a:lnTo>
                    <a:pt x="134269" y="56756"/>
                  </a:lnTo>
                  <a:close/>
                  <a:moveTo>
                    <a:pt x="186311" y="93251"/>
                  </a:moveTo>
                  <a:lnTo>
                    <a:pt x="153349" y="93251"/>
                  </a:lnTo>
                  <a:cubicBezTo>
                    <a:pt x="152809" y="80460"/>
                    <a:pt x="150469" y="68141"/>
                    <a:pt x="146576" y="56756"/>
                  </a:cubicBezTo>
                  <a:lnTo>
                    <a:pt x="175568" y="56756"/>
                  </a:lnTo>
                  <a:cubicBezTo>
                    <a:pt x="181642" y="67703"/>
                    <a:pt x="185445" y="80089"/>
                    <a:pt x="186311" y="93251"/>
                  </a:cubicBezTo>
                  <a:close/>
                  <a:moveTo>
                    <a:pt x="141930" y="45146"/>
                  </a:moveTo>
                  <a:cubicBezTo>
                    <a:pt x="136418" y="33233"/>
                    <a:pt x="129071" y="22703"/>
                    <a:pt x="120262" y="14209"/>
                  </a:cubicBezTo>
                  <a:cubicBezTo>
                    <a:pt x="139388" y="19001"/>
                    <a:pt x="156049" y="30094"/>
                    <a:pt x="167873" y="45146"/>
                  </a:cubicBezTo>
                  <a:lnTo>
                    <a:pt x="141930" y="45146"/>
                  </a:lnTo>
                  <a:close/>
                  <a:moveTo>
                    <a:pt x="77850" y="14209"/>
                  </a:moveTo>
                  <a:cubicBezTo>
                    <a:pt x="69041" y="22703"/>
                    <a:pt x="61695" y="33233"/>
                    <a:pt x="56183" y="45146"/>
                  </a:cubicBezTo>
                  <a:lnTo>
                    <a:pt x="30240" y="45146"/>
                  </a:lnTo>
                  <a:cubicBezTo>
                    <a:pt x="42064" y="30094"/>
                    <a:pt x="58725" y="19001"/>
                    <a:pt x="77850" y="14209"/>
                  </a:cubicBezTo>
                  <a:close/>
                  <a:moveTo>
                    <a:pt x="56183" y="152966"/>
                  </a:moveTo>
                  <a:cubicBezTo>
                    <a:pt x="61695" y="164880"/>
                    <a:pt x="69041" y="175410"/>
                    <a:pt x="77850" y="183904"/>
                  </a:cubicBezTo>
                  <a:cubicBezTo>
                    <a:pt x="58725" y="179123"/>
                    <a:pt x="42064" y="168030"/>
                    <a:pt x="30240" y="152966"/>
                  </a:cubicBezTo>
                  <a:lnTo>
                    <a:pt x="56183" y="152966"/>
                  </a:lnTo>
                  <a:close/>
                  <a:moveTo>
                    <a:pt x="120262" y="183904"/>
                  </a:moveTo>
                  <a:cubicBezTo>
                    <a:pt x="129071" y="175410"/>
                    <a:pt x="136418" y="164880"/>
                    <a:pt x="141930" y="152966"/>
                  </a:cubicBezTo>
                  <a:lnTo>
                    <a:pt x="167873" y="152966"/>
                  </a:lnTo>
                  <a:cubicBezTo>
                    <a:pt x="156049" y="168030"/>
                    <a:pt x="139388" y="179123"/>
                    <a:pt x="120262" y="183904"/>
                  </a:cubicBezTo>
                  <a:close/>
                </a:path>
              </a:pathLst>
            </a:custGeom>
            <a:grpFill/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4482C3F6-6FF2-478B-8709-43AC64EBB8ED}"/>
              </a:ext>
            </a:extLst>
          </p:cNvPr>
          <p:cNvSpPr/>
          <p:nvPr/>
        </p:nvSpPr>
        <p:spPr>
          <a:xfrm>
            <a:off x="912300" y="522561"/>
            <a:ext cx="2168856" cy="978748"/>
          </a:xfrm>
          <a:prstGeom prst="roundRect">
            <a:avLst>
              <a:gd name="adj" fmla="val 5421"/>
            </a:avLst>
          </a:prstGeom>
          <a:gradFill flip="none" rotWithShape="1">
            <a:gsLst>
              <a:gs pos="0">
                <a:srgbClr val="000E26"/>
              </a:gs>
              <a:gs pos="100000">
                <a:srgbClr val="7030A0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8232438C-42E4-4C48-AE17-A7DD752CE642}"/>
              </a:ext>
            </a:extLst>
          </p:cNvPr>
          <p:cNvSpPr/>
          <p:nvPr/>
        </p:nvSpPr>
        <p:spPr>
          <a:xfrm>
            <a:off x="1076331" y="857069"/>
            <a:ext cx="365760" cy="365771"/>
          </a:xfrm>
          <a:custGeom>
            <a:avLst/>
            <a:gdLst>
              <a:gd name="connsiteX0" fmla="*/ 182880 w 365760"/>
              <a:gd name="connsiteY0" fmla="*/ 0 h 365771"/>
              <a:gd name="connsiteX1" fmla="*/ 365760 w 365760"/>
              <a:gd name="connsiteY1" fmla="*/ 182891 h 365771"/>
              <a:gd name="connsiteX2" fmla="*/ 182880 w 365760"/>
              <a:gd name="connsiteY2" fmla="*/ 365771 h 365771"/>
              <a:gd name="connsiteX3" fmla="*/ 0 w 365760"/>
              <a:gd name="connsiteY3" fmla="*/ 182891 h 365771"/>
              <a:gd name="connsiteX4" fmla="*/ 182880 w 365760"/>
              <a:gd name="connsiteY4" fmla="*/ 0 h 36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365771">
                <a:moveTo>
                  <a:pt x="182880" y="0"/>
                </a:moveTo>
                <a:cubicBezTo>
                  <a:pt x="283883" y="0"/>
                  <a:pt x="365760" y="81889"/>
                  <a:pt x="365760" y="182891"/>
                </a:cubicBezTo>
                <a:cubicBezTo>
                  <a:pt x="365760" y="283894"/>
                  <a:pt x="283883" y="365771"/>
                  <a:pt x="182880" y="365771"/>
                </a:cubicBezTo>
                <a:cubicBezTo>
                  <a:pt x="81878" y="365771"/>
                  <a:pt x="0" y="283894"/>
                  <a:pt x="0" y="182891"/>
                </a:cubicBezTo>
                <a:cubicBezTo>
                  <a:pt x="0" y="81889"/>
                  <a:pt x="81878" y="0"/>
                  <a:pt x="182880" y="0"/>
                </a:cubicBezTo>
                <a:close/>
              </a:path>
            </a:pathLst>
          </a:custGeom>
          <a:solidFill>
            <a:srgbClr val="870FFC">
              <a:alpha val="15000"/>
            </a:srgb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3E700F40-AFAD-4A1D-A3ED-C3DB066CACAF}"/>
              </a:ext>
            </a:extLst>
          </p:cNvPr>
          <p:cNvSpPr/>
          <p:nvPr/>
        </p:nvSpPr>
        <p:spPr>
          <a:xfrm>
            <a:off x="1183010" y="963758"/>
            <a:ext cx="152401" cy="152392"/>
          </a:xfrm>
          <a:custGeom>
            <a:avLst/>
            <a:gdLst>
              <a:gd name="connsiteX0" fmla="*/ 97045 w 152401"/>
              <a:gd name="connsiteY0" fmla="*/ 34504 h 152392"/>
              <a:gd name="connsiteX1" fmla="*/ 113526 w 152401"/>
              <a:gd name="connsiteY1" fmla="*/ 10339 h 152392"/>
              <a:gd name="connsiteX2" fmla="*/ 114280 w 152401"/>
              <a:gd name="connsiteY2" fmla="*/ 7144 h 152392"/>
              <a:gd name="connsiteX3" fmla="*/ 107159 w 152401"/>
              <a:gd name="connsiteY3" fmla="*/ 0 h 152392"/>
              <a:gd name="connsiteX4" fmla="*/ 45250 w 152401"/>
              <a:gd name="connsiteY4" fmla="*/ 0 h 152392"/>
              <a:gd name="connsiteX5" fmla="*/ 45250 w 152401"/>
              <a:gd name="connsiteY5" fmla="*/ 0 h 152392"/>
              <a:gd name="connsiteX6" fmla="*/ 38106 w 152401"/>
              <a:gd name="connsiteY6" fmla="*/ 7144 h 152392"/>
              <a:gd name="connsiteX7" fmla="*/ 38860 w 152401"/>
              <a:gd name="connsiteY7" fmla="*/ 10339 h 152392"/>
              <a:gd name="connsiteX8" fmla="*/ 55364 w 152401"/>
              <a:gd name="connsiteY8" fmla="*/ 34504 h 152392"/>
              <a:gd name="connsiteX9" fmla="*/ 25 w 152401"/>
              <a:gd name="connsiteY9" fmla="*/ 122625 h 152392"/>
              <a:gd name="connsiteX10" fmla="*/ 32672 w 152401"/>
              <a:gd name="connsiteY10" fmla="*/ 152392 h 152392"/>
              <a:gd name="connsiteX11" fmla="*/ 119736 w 152401"/>
              <a:gd name="connsiteY11" fmla="*/ 152392 h 152392"/>
              <a:gd name="connsiteX12" fmla="*/ 152384 w 152401"/>
              <a:gd name="connsiteY12" fmla="*/ 122625 h 152392"/>
              <a:gd name="connsiteX13" fmla="*/ 97045 w 152401"/>
              <a:gd name="connsiteY13" fmla="*/ 34504 h 152392"/>
              <a:gd name="connsiteX14" fmla="*/ 93557 w 152401"/>
              <a:gd name="connsiteY14" fmla="*/ 14287 h 152392"/>
              <a:gd name="connsiteX15" fmla="*/ 82172 w 152401"/>
              <a:gd name="connsiteY15" fmla="*/ 30960 h 152392"/>
              <a:gd name="connsiteX16" fmla="*/ 70236 w 152401"/>
              <a:gd name="connsiteY16" fmla="*/ 30960 h 152392"/>
              <a:gd name="connsiteX17" fmla="*/ 58862 w 152401"/>
              <a:gd name="connsiteY17" fmla="*/ 14287 h 152392"/>
              <a:gd name="connsiteX18" fmla="*/ 93557 w 152401"/>
              <a:gd name="connsiteY18" fmla="*/ 14287 h 152392"/>
              <a:gd name="connsiteX19" fmla="*/ 138096 w 152401"/>
              <a:gd name="connsiteY19" fmla="*/ 122625 h 152392"/>
              <a:gd name="connsiteX20" fmla="*/ 119736 w 152401"/>
              <a:gd name="connsiteY20" fmla="*/ 138105 h 152392"/>
              <a:gd name="connsiteX21" fmla="*/ 32672 w 152401"/>
              <a:gd name="connsiteY21" fmla="*/ 138105 h 152392"/>
              <a:gd name="connsiteX22" fmla="*/ 14324 w 152401"/>
              <a:gd name="connsiteY22" fmla="*/ 122625 h 152392"/>
              <a:gd name="connsiteX23" fmla="*/ 65196 w 152401"/>
              <a:gd name="connsiteY23" fmla="*/ 45236 h 152392"/>
              <a:gd name="connsiteX24" fmla="*/ 87246 w 152401"/>
              <a:gd name="connsiteY24" fmla="*/ 45236 h 152392"/>
              <a:gd name="connsiteX25" fmla="*/ 138096 w 152401"/>
              <a:gd name="connsiteY25" fmla="*/ 122625 h 152392"/>
              <a:gd name="connsiteX26" fmla="*/ 138096 w 152401"/>
              <a:gd name="connsiteY26" fmla="*/ 122625 h 152392"/>
              <a:gd name="connsiteX27" fmla="*/ 85019 w 152401"/>
              <a:gd name="connsiteY27" fmla="*/ 92486 h 152392"/>
              <a:gd name="connsiteX28" fmla="*/ 70427 w 152401"/>
              <a:gd name="connsiteY28" fmla="*/ 88166 h 152392"/>
              <a:gd name="connsiteX29" fmla="*/ 67581 w 152401"/>
              <a:gd name="connsiteY29" fmla="*/ 84094 h 152392"/>
              <a:gd name="connsiteX30" fmla="*/ 71406 w 152401"/>
              <a:gd name="connsiteY30" fmla="*/ 79864 h 152392"/>
              <a:gd name="connsiteX31" fmla="*/ 80507 w 152401"/>
              <a:gd name="connsiteY31" fmla="*/ 79864 h 152392"/>
              <a:gd name="connsiteX32" fmla="*/ 84659 w 152401"/>
              <a:gd name="connsiteY32" fmla="*/ 81056 h 152392"/>
              <a:gd name="connsiteX33" fmla="*/ 86155 w 152401"/>
              <a:gd name="connsiteY33" fmla="*/ 81517 h 152392"/>
              <a:gd name="connsiteX34" fmla="*/ 87932 w 152401"/>
              <a:gd name="connsiteY34" fmla="*/ 80831 h 152392"/>
              <a:gd name="connsiteX35" fmla="*/ 91724 w 152401"/>
              <a:gd name="connsiteY35" fmla="*/ 77209 h 152392"/>
              <a:gd name="connsiteX36" fmla="*/ 92522 w 152401"/>
              <a:gd name="connsiteY36" fmla="*/ 75352 h 152392"/>
              <a:gd name="connsiteX37" fmla="*/ 91532 w 152401"/>
              <a:gd name="connsiteY37" fmla="*/ 73339 h 152392"/>
              <a:gd name="connsiteX38" fmla="*/ 81351 w 152401"/>
              <a:gd name="connsiteY38" fmla="*/ 69716 h 152392"/>
              <a:gd name="connsiteX39" fmla="*/ 81351 w 152401"/>
              <a:gd name="connsiteY39" fmla="*/ 64474 h 152392"/>
              <a:gd name="connsiteX40" fmla="*/ 78775 w 152401"/>
              <a:gd name="connsiteY40" fmla="*/ 61909 h 152392"/>
              <a:gd name="connsiteX41" fmla="*/ 78764 w 152401"/>
              <a:gd name="connsiteY41" fmla="*/ 61909 h 152392"/>
              <a:gd name="connsiteX42" fmla="*/ 73577 w 152401"/>
              <a:gd name="connsiteY42" fmla="*/ 61909 h 152392"/>
              <a:gd name="connsiteX43" fmla="*/ 73577 w 152401"/>
              <a:gd name="connsiteY43" fmla="*/ 61909 h 152392"/>
              <a:gd name="connsiteX44" fmla="*/ 70990 w 152401"/>
              <a:gd name="connsiteY44" fmla="*/ 64474 h 152392"/>
              <a:gd name="connsiteX45" fmla="*/ 70990 w 152401"/>
              <a:gd name="connsiteY45" fmla="*/ 69671 h 152392"/>
              <a:gd name="connsiteX46" fmla="*/ 57152 w 152401"/>
              <a:gd name="connsiteY46" fmla="*/ 84128 h 152392"/>
              <a:gd name="connsiteX47" fmla="*/ 67390 w 152401"/>
              <a:gd name="connsiteY47" fmla="*/ 98033 h 152392"/>
              <a:gd name="connsiteX48" fmla="*/ 81981 w 152401"/>
              <a:gd name="connsiteY48" fmla="*/ 102364 h 152392"/>
              <a:gd name="connsiteX49" fmla="*/ 84827 w 152401"/>
              <a:gd name="connsiteY49" fmla="*/ 106436 h 152392"/>
              <a:gd name="connsiteX50" fmla="*/ 81002 w 152401"/>
              <a:gd name="connsiteY50" fmla="*/ 110666 h 152392"/>
              <a:gd name="connsiteX51" fmla="*/ 71890 w 152401"/>
              <a:gd name="connsiteY51" fmla="*/ 110666 h 152392"/>
              <a:gd name="connsiteX52" fmla="*/ 67750 w 152401"/>
              <a:gd name="connsiteY52" fmla="*/ 109474 h 152392"/>
              <a:gd name="connsiteX53" fmla="*/ 66254 w 152401"/>
              <a:gd name="connsiteY53" fmla="*/ 109013 h 152392"/>
              <a:gd name="connsiteX54" fmla="*/ 64476 w 152401"/>
              <a:gd name="connsiteY54" fmla="*/ 109699 h 152392"/>
              <a:gd name="connsiteX55" fmla="*/ 60651 w 152401"/>
              <a:gd name="connsiteY55" fmla="*/ 113287 h 152392"/>
              <a:gd name="connsiteX56" fmla="*/ 59852 w 152401"/>
              <a:gd name="connsiteY56" fmla="*/ 115144 h 152392"/>
              <a:gd name="connsiteX57" fmla="*/ 60842 w 152401"/>
              <a:gd name="connsiteY57" fmla="*/ 117158 h 152392"/>
              <a:gd name="connsiteX58" fmla="*/ 71024 w 152401"/>
              <a:gd name="connsiteY58" fmla="*/ 120780 h 152392"/>
              <a:gd name="connsiteX59" fmla="*/ 71024 w 152401"/>
              <a:gd name="connsiteY59" fmla="*/ 126000 h 152392"/>
              <a:gd name="connsiteX60" fmla="*/ 73600 w 152401"/>
              <a:gd name="connsiteY60" fmla="*/ 128565 h 152392"/>
              <a:gd name="connsiteX61" fmla="*/ 73611 w 152401"/>
              <a:gd name="connsiteY61" fmla="*/ 128565 h 152392"/>
              <a:gd name="connsiteX62" fmla="*/ 78797 w 152401"/>
              <a:gd name="connsiteY62" fmla="*/ 128565 h 152392"/>
              <a:gd name="connsiteX63" fmla="*/ 78797 w 152401"/>
              <a:gd name="connsiteY63" fmla="*/ 128565 h 152392"/>
              <a:gd name="connsiteX64" fmla="*/ 81385 w 152401"/>
              <a:gd name="connsiteY64" fmla="*/ 126000 h 152392"/>
              <a:gd name="connsiteX65" fmla="*/ 81385 w 152401"/>
              <a:gd name="connsiteY65" fmla="*/ 120847 h 152392"/>
              <a:gd name="connsiteX66" fmla="*/ 95256 w 152401"/>
              <a:gd name="connsiteY66" fmla="*/ 106391 h 152392"/>
              <a:gd name="connsiteX67" fmla="*/ 85019 w 152401"/>
              <a:gd name="connsiteY67" fmla="*/ 92486 h 152392"/>
              <a:gd name="connsiteX68" fmla="*/ 85019 w 152401"/>
              <a:gd name="connsiteY68" fmla="*/ 92486 h 15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152401" h="152392">
                <a:moveTo>
                  <a:pt x="97045" y="34504"/>
                </a:moveTo>
                <a:lnTo>
                  <a:pt x="113526" y="10339"/>
                </a:lnTo>
                <a:cubicBezTo>
                  <a:pt x="114032" y="9349"/>
                  <a:pt x="114280" y="8246"/>
                  <a:pt x="114280" y="7144"/>
                </a:cubicBezTo>
                <a:cubicBezTo>
                  <a:pt x="114280" y="3206"/>
                  <a:pt x="111096" y="11"/>
                  <a:pt x="107159" y="0"/>
                </a:cubicBezTo>
                <a:lnTo>
                  <a:pt x="45250" y="0"/>
                </a:lnTo>
                <a:cubicBezTo>
                  <a:pt x="45250" y="0"/>
                  <a:pt x="45250" y="0"/>
                  <a:pt x="45250" y="0"/>
                </a:cubicBezTo>
                <a:cubicBezTo>
                  <a:pt x="41301" y="0"/>
                  <a:pt x="38106" y="3195"/>
                  <a:pt x="38106" y="7144"/>
                </a:cubicBezTo>
                <a:cubicBezTo>
                  <a:pt x="38106" y="8246"/>
                  <a:pt x="38365" y="9349"/>
                  <a:pt x="38860" y="10339"/>
                </a:cubicBezTo>
                <a:lnTo>
                  <a:pt x="55364" y="34504"/>
                </a:lnTo>
                <a:cubicBezTo>
                  <a:pt x="-2923" y="70144"/>
                  <a:pt x="25" y="116696"/>
                  <a:pt x="25" y="122625"/>
                </a:cubicBezTo>
                <a:cubicBezTo>
                  <a:pt x="25" y="139073"/>
                  <a:pt x="14650" y="152392"/>
                  <a:pt x="32672" y="152392"/>
                </a:cubicBezTo>
                <a:lnTo>
                  <a:pt x="119736" y="152392"/>
                </a:lnTo>
                <a:cubicBezTo>
                  <a:pt x="137770" y="152392"/>
                  <a:pt x="152384" y="139073"/>
                  <a:pt x="152384" y="122625"/>
                </a:cubicBezTo>
                <a:cubicBezTo>
                  <a:pt x="152384" y="116797"/>
                  <a:pt x="155005" y="69941"/>
                  <a:pt x="97045" y="34504"/>
                </a:cubicBezTo>
                <a:close/>
                <a:moveTo>
                  <a:pt x="93557" y="14287"/>
                </a:moveTo>
                <a:lnTo>
                  <a:pt x="82172" y="30960"/>
                </a:lnTo>
                <a:lnTo>
                  <a:pt x="70236" y="30960"/>
                </a:lnTo>
                <a:lnTo>
                  <a:pt x="58862" y="14287"/>
                </a:lnTo>
                <a:lnTo>
                  <a:pt x="93557" y="14287"/>
                </a:lnTo>
                <a:close/>
                <a:moveTo>
                  <a:pt x="138096" y="122625"/>
                </a:moveTo>
                <a:cubicBezTo>
                  <a:pt x="138096" y="131164"/>
                  <a:pt x="129861" y="138105"/>
                  <a:pt x="119736" y="138105"/>
                </a:cubicBezTo>
                <a:lnTo>
                  <a:pt x="32672" y="138105"/>
                </a:lnTo>
                <a:cubicBezTo>
                  <a:pt x="22559" y="138105"/>
                  <a:pt x="14324" y="131164"/>
                  <a:pt x="14324" y="122625"/>
                </a:cubicBezTo>
                <a:cubicBezTo>
                  <a:pt x="14076" y="98516"/>
                  <a:pt x="24032" y="70402"/>
                  <a:pt x="65196" y="45236"/>
                </a:cubicBezTo>
                <a:lnTo>
                  <a:pt x="87246" y="45236"/>
                </a:lnTo>
                <a:cubicBezTo>
                  <a:pt x="128196" y="70301"/>
                  <a:pt x="138299" y="98494"/>
                  <a:pt x="138096" y="122625"/>
                </a:cubicBezTo>
                <a:lnTo>
                  <a:pt x="138096" y="122625"/>
                </a:lnTo>
                <a:close/>
                <a:moveTo>
                  <a:pt x="85019" y="92486"/>
                </a:moveTo>
                <a:lnTo>
                  <a:pt x="70427" y="88166"/>
                </a:lnTo>
                <a:cubicBezTo>
                  <a:pt x="68751" y="87682"/>
                  <a:pt x="67581" y="86017"/>
                  <a:pt x="67581" y="84094"/>
                </a:cubicBezTo>
                <a:cubicBezTo>
                  <a:pt x="67581" y="81754"/>
                  <a:pt x="69302" y="79864"/>
                  <a:pt x="71406" y="79864"/>
                </a:cubicBezTo>
                <a:lnTo>
                  <a:pt x="80507" y="79864"/>
                </a:lnTo>
                <a:cubicBezTo>
                  <a:pt x="81981" y="79864"/>
                  <a:pt x="83410" y="80280"/>
                  <a:pt x="84659" y="81056"/>
                </a:cubicBezTo>
                <a:cubicBezTo>
                  <a:pt x="85097" y="81349"/>
                  <a:pt x="85615" y="81517"/>
                  <a:pt x="86155" y="81517"/>
                </a:cubicBezTo>
                <a:cubicBezTo>
                  <a:pt x="86807" y="81517"/>
                  <a:pt x="87449" y="81270"/>
                  <a:pt x="87932" y="80831"/>
                </a:cubicBezTo>
                <a:lnTo>
                  <a:pt x="91724" y="77209"/>
                </a:lnTo>
                <a:cubicBezTo>
                  <a:pt x="92230" y="76725"/>
                  <a:pt x="92522" y="76050"/>
                  <a:pt x="92522" y="75352"/>
                </a:cubicBezTo>
                <a:cubicBezTo>
                  <a:pt x="92522" y="74565"/>
                  <a:pt x="92151" y="73822"/>
                  <a:pt x="91532" y="73339"/>
                </a:cubicBezTo>
                <a:cubicBezTo>
                  <a:pt x="88562" y="71168"/>
                  <a:pt x="85030" y="69896"/>
                  <a:pt x="81351" y="69716"/>
                </a:cubicBezTo>
                <a:lnTo>
                  <a:pt x="81351" y="64474"/>
                </a:lnTo>
                <a:cubicBezTo>
                  <a:pt x="81351" y="63056"/>
                  <a:pt x="80192" y="61909"/>
                  <a:pt x="78775" y="61909"/>
                </a:cubicBezTo>
                <a:cubicBezTo>
                  <a:pt x="78764" y="61909"/>
                  <a:pt x="78764" y="61909"/>
                  <a:pt x="78764" y="61909"/>
                </a:cubicBezTo>
                <a:lnTo>
                  <a:pt x="73577" y="61909"/>
                </a:lnTo>
                <a:cubicBezTo>
                  <a:pt x="73577" y="61909"/>
                  <a:pt x="73577" y="61909"/>
                  <a:pt x="73577" y="61909"/>
                </a:cubicBezTo>
                <a:cubicBezTo>
                  <a:pt x="72149" y="61909"/>
                  <a:pt x="71001" y="63056"/>
                  <a:pt x="70990" y="64474"/>
                </a:cubicBezTo>
                <a:lnTo>
                  <a:pt x="70990" y="69671"/>
                </a:lnTo>
                <a:cubicBezTo>
                  <a:pt x="63306" y="69885"/>
                  <a:pt x="57152" y="76275"/>
                  <a:pt x="57152" y="84128"/>
                </a:cubicBezTo>
                <a:cubicBezTo>
                  <a:pt x="57152" y="90529"/>
                  <a:pt x="61371" y="96244"/>
                  <a:pt x="67390" y="98033"/>
                </a:cubicBezTo>
                <a:lnTo>
                  <a:pt x="81981" y="102364"/>
                </a:lnTo>
                <a:cubicBezTo>
                  <a:pt x="83657" y="102836"/>
                  <a:pt x="84827" y="104513"/>
                  <a:pt x="84827" y="106436"/>
                </a:cubicBezTo>
                <a:cubicBezTo>
                  <a:pt x="84827" y="108776"/>
                  <a:pt x="83106" y="110666"/>
                  <a:pt x="81002" y="110666"/>
                </a:cubicBezTo>
                <a:lnTo>
                  <a:pt x="71890" y="110666"/>
                </a:lnTo>
                <a:cubicBezTo>
                  <a:pt x="70427" y="110655"/>
                  <a:pt x="68999" y="110250"/>
                  <a:pt x="67750" y="109474"/>
                </a:cubicBezTo>
                <a:cubicBezTo>
                  <a:pt x="67311" y="109170"/>
                  <a:pt x="66782" y="109013"/>
                  <a:pt x="66254" y="109013"/>
                </a:cubicBezTo>
                <a:cubicBezTo>
                  <a:pt x="65601" y="109013"/>
                  <a:pt x="64960" y="109260"/>
                  <a:pt x="64476" y="109699"/>
                </a:cubicBezTo>
                <a:lnTo>
                  <a:pt x="60651" y="113287"/>
                </a:lnTo>
                <a:cubicBezTo>
                  <a:pt x="60134" y="113771"/>
                  <a:pt x="59852" y="114435"/>
                  <a:pt x="59852" y="115144"/>
                </a:cubicBezTo>
                <a:cubicBezTo>
                  <a:pt x="59852" y="115931"/>
                  <a:pt x="60212" y="116674"/>
                  <a:pt x="60842" y="117158"/>
                </a:cubicBezTo>
                <a:cubicBezTo>
                  <a:pt x="63812" y="119329"/>
                  <a:pt x="67345" y="120589"/>
                  <a:pt x="71024" y="120780"/>
                </a:cubicBezTo>
                <a:lnTo>
                  <a:pt x="71024" y="126000"/>
                </a:lnTo>
                <a:cubicBezTo>
                  <a:pt x="71024" y="127429"/>
                  <a:pt x="72182" y="128565"/>
                  <a:pt x="73600" y="128565"/>
                </a:cubicBezTo>
                <a:cubicBezTo>
                  <a:pt x="73600" y="128565"/>
                  <a:pt x="73611" y="128565"/>
                  <a:pt x="73611" y="128565"/>
                </a:cubicBezTo>
                <a:lnTo>
                  <a:pt x="78797" y="128565"/>
                </a:lnTo>
                <a:cubicBezTo>
                  <a:pt x="78797" y="128565"/>
                  <a:pt x="78797" y="128565"/>
                  <a:pt x="78797" y="128565"/>
                </a:cubicBezTo>
                <a:cubicBezTo>
                  <a:pt x="80215" y="128565"/>
                  <a:pt x="81374" y="127429"/>
                  <a:pt x="81385" y="126000"/>
                </a:cubicBezTo>
                <a:lnTo>
                  <a:pt x="81385" y="120847"/>
                </a:lnTo>
                <a:cubicBezTo>
                  <a:pt x="89035" y="120656"/>
                  <a:pt x="95222" y="114244"/>
                  <a:pt x="95256" y="106391"/>
                </a:cubicBezTo>
                <a:cubicBezTo>
                  <a:pt x="95256" y="99990"/>
                  <a:pt x="91037" y="94286"/>
                  <a:pt x="85019" y="92486"/>
                </a:cubicBezTo>
                <a:lnTo>
                  <a:pt x="85019" y="92486"/>
                </a:lnTo>
                <a:close/>
              </a:path>
            </a:pathLst>
          </a:custGeom>
          <a:solidFill>
            <a:srgbClr val="870FFC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2A9E8552-CE22-4514-B66A-F66B17B0EAF1}"/>
              </a:ext>
            </a:extLst>
          </p:cNvPr>
          <p:cNvSpPr/>
          <p:nvPr/>
        </p:nvSpPr>
        <p:spPr>
          <a:xfrm>
            <a:off x="3458044" y="520089"/>
            <a:ext cx="2170800" cy="978748"/>
          </a:xfrm>
          <a:prstGeom prst="roundRect">
            <a:avLst>
              <a:gd name="adj" fmla="val 6394"/>
            </a:avLst>
          </a:prstGeom>
          <a:gradFill flip="none" rotWithShape="1">
            <a:gsLst>
              <a:gs pos="0">
                <a:srgbClr val="000E26"/>
              </a:gs>
              <a:gs pos="100000">
                <a:schemeClr val="accent2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33611E8A-C53B-4749-B475-EEB66BB52D4E}"/>
              </a:ext>
            </a:extLst>
          </p:cNvPr>
          <p:cNvSpPr/>
          <p:nvPr/>
        </p:nvSpPr>
        <p:spPr>
          <a:xfrm>
            <a:off x="3625378" y="826664"/>
            <a:ext cx="365759" cy="365759"/>
          </a:xfrm>
          <a:custGeom>
            <a:avLst/>
            <a:gdLst>
              <a:gd name="connsiteX0" fmla="*/ 182880 w 365759"/>
              <a:gd name="connsiteY0" fmla="*/ 0 h 365759"/>
              <a:gd name="connsiteX1" fmla="*/ 365760 w 365759"/>
              <a:gd name="connsiteY1" fmla="*/ 182880 h 365759"/>
              <a:gd name="connsiteX2" fmla="*/ 182880 w 365759"/>
              <a:gd name="connsiteY2" fmla="*/ 365760 h 365759"/>
              <a:gd name="connsiteX3" fmla="*/ 0 w 365759"/>
              <a:gd name="connsiteY3" fmla="*/ 182880 h 365759"/>
              <a:gd name="connsiteX4" fmla="*/ 182880 w 365759"/>
              <a:gd name="connsiteY4" fmla="*/ 0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59" h="365759">
                <a:moveTo>
                  <a:pt x="182880" y="0"/>
                </a:moveTo>
                <a:cubicBezTo>
                  <a:pt x="283882" y="0"/>
                  <a:pt x="365760" y="81877"/>
                  <a:pt x="365760" y="182880"/>
                </a:cubicBezTo>
                <a:cubicBezTo>
                  <a:pt x="365760" y="283883"/>
                  <a:pt x="283882" y="365760"/>
                  <a:pt x="182880" y="365760"/>
                </a:cubicBezTo>
                <a:cubicBezTo>
                  <a:pt x="81878" y="365760"/>
                  <a:pt x="0" y="283883"/>
                  <a:pt x="0" y="182880"/>
                </a:cubicBezTo>
                <a:cubicBezTo>
                  <a:pt x="0" y="81877"/>
                  <a:pt x="81878" y="0"/>
                  <a:pt x="182880" y="0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2E7A42FA-B368-4987-A853-86D9250DF629}"/>
              </a:ext>
            </a:extLst>
          </p:cNvPr>
          <p:cNvSpPr/>
          <p:nvPr/>
        </p:nvSpPr>
        <p:spPr>
          <a:xfrm>
            <a:off x="3732062" y="933348"/>
            <a:ext cx="152392" cy="152392"/>
          </a:xfrm>
          <a:custGeom>
            <a:avLst/>
            <a:gdLst>
              <a:gd name="connsiteX0" fmla="*/ 67151 w 152392"/>
              <a:gd name="connsiteY0" fmla="*/ 69142 h 152392"/>
              <a:gd name="connsiteX1" fmla="*/ 82057 w 152392"/>
              <a:gd name="connsiteY1" fmla="*/ 73395 h 152392"/>
              <a:gd name="connsiteX2" fmla="*/ 83880 w 152392"/>
              <a:gd name="connsiteY2" fmla="*/ 75814 h 152392"/>
              <a:gd name="connsiteX3" fmla="*/ 81371 w 152392"/>
              <a:gd name="connsiteY3" fmla="*/ 78311 h 152392"/>
              <a:gd name="connsiteX4" fmla="*/ 71617 w 152392"/>
              <a:gd name="connsiteY4" fmla="*/ 78311 h 152392"/>
              <a:gd name="connsiteX5" fmla="*/ 68546 w 152392"/>
              <a:gd name="connsiteY5" fmla="*/ 77659 h 152392"/>
              <a:gd name="connsiteX6" fmla="*/ 64350 w 152392"/>
              <a:gd name="connsiteY6" fmla="*/ 78255 h 152392"/>
              <a:gd name="connsiteX7" fmla="*/ 59141 w 152392"/>
              <a:gd name="connsiteY7" fmla="*/ 83464 h 152392"/>
              <a:gd name="connsiteX8" fmla="*/ 59591 w 152392"/>
              <a:gd name="connsiteY8" fmla="*/ 88931 h 152392"/>
              <a:gd name="connsiteX9" fmla="*/ 69052 w 152392"/>
              <a:gd name="connsiteY9" fmla="*/ 92362 h 152392"/>
              <a:gd name="connsiteX10" fmla="*/ 69052 w 152392"/>
              <a:gd name="connsiteY10" fmla="*/ 97628 h 152392"/>
              <a:gd name="connsiteX11" fmla="*/ 73811 w 152392"/>
              <a:gd name="connsiteY11" fmla="*/ 102386 h 152392"/>
              <a:gd name="connsiteX12" fmla="*/ 78581 w 152392"/>
              <a:gd name="connsiteY12" fmla="*/ 102386 h 152392"/>
              <a:gd name="connsiteX13" fmla="*/ 83340 w 152392"/>
              <a:gd name="connsiteY13" fmla="*/ 97628 h 152392"/>
              <a:gd name="connsiteX14" fmla="*/ 83340 w 152392"/>
              <a:gd name="connsiteY14" fmla="*/ 92385 h 152392"/>
              <a:gd name="connsiteX15" fmla="*/ 98010 w 152392"/>
              <a:gd name="connsiteY15" fmla="*/ 73631 h 152392"/>
              <a:gd name="connsiteX16" fmla="*/ 85241 w 152392"/>
              <a:gd name="connsiteY16" fmla="*/ 59434 h 152392"/>
              <a:gd name="connsiteX17" fmla="*/ 70335 w 152392"/>
              <a:gd name="connsiteY17" fmla="*/ 55181 h 152392"/>
              <a:gd name="connsiteX18" fmla="*/ 68512 w 152392"/>
              <a:gd name="connsiteY18" fmla="*/ 52774 h 152392"/>
              <a:gd name="connsiteX19" fmla="*/ 71021 w 152392"/>
              <a:gd name="connsiteY19" fmla="*/ 50265 h 152392"/>
              <a:gd name="connsiteX20" fmla="*/ 80775 w 152392"/>
              <a:gd name="connsiteY20" fmla="*/ 50265 h 152392"/>
              <a:gd name="connsiteX21" fmla="*/ 83846 w 152392"/>
              <a:gd name="connsiteY21" fmla="*/ 50929 h 152392"/>
              <a:gd name="connsiteX22" fmla="*/ 88042 w 152392"/>
              <a:gd name="connsiteY22" fmla="*/ 50332 h 152392"/>
              <a:gd name="connsiteX23" fmla="*/ 93251 w 152392"/>
              <a:gd name="connsiteY23" fmla="*/ 45124 h 152392"/>
              <a:gd name="connsiteX24" fmla="*/ 92801 w 152392"/>
              <a:gd name="connsiteY24" fmla="*/ 39645 h 152392"/>
              <a:gd name="connsiteX25" fmla="*/ 83340 w 152392"/>
              <a:gd name="connsiteY25" fmla="*/ 36225 h 152392"/>
              <a:gd name="connsiteX26" fmla="*/ 83340 w 152392"/>
              <a:gd name="connsiteY26" fmla="*/ 30949 h 152392"/>
              <a:gd name="connsiteX27" fmla="*/ 78581 w 152392"/>
              <a:gd name="connsiteY27" fmla="*/ 26190 h 152392"/>
              <a:gd name="connsiteX28" fmla="*/ 73811 w 152392"/>
              <a:gd name="connsiteY28" fmla="*/ 26190 h 152392"/>
              <a:gd name="connsiteX29" fmla="*/ 69052 w 152392"/>
              <a:gd name="connsiteY29" fmla="*/ 30949 h 152392"/>
              <a:gd name="connsiteX30" fmla="*/ 69052 w 152392"/>
              <a:gd name="connsiteY30" fmla="*/ 36191 h 152392"/>
              <a:gd name="connsiteX31" fmla="*/ 54382 w 152392"/>
              <a:gd name="connsiteY31" fmla="*/ 54945 h 152392"/>
              <a:gd name="connsiteX32" fmla="*/ 67151 w 152392"/>
              <a:gd name="connsiteY32" fmla="*/ 69142 h 152392"/>
              <a:gd name="connsiteX33" fmla="*/ 67151 w 152392"/>
              <a:gd name="connsiteY33" fmla="*/ 69142 h 152392"/>
              <a:gd name="connsiteX34" fmla="*/ 142875 w 152392"/>
              <a:gd name="connsiteY34" fmla="*/ 95242 h 152392"/>
              <a:gd name="connsiteX35" fmla="*/ 132547 w 152392"/>
              <a:gd name="connsiteY35" fmla="*/ 95242 h 152392"/>
              <a:gd name="connsiteX36" fmla="*/ 140490 w 152392"/>
              <a:gd name="connsiteY36" fmla="*/ 64294 h 152392"/>
              <a:gd name="connsiteX37" fmla="*/ 76196 w 152392"/>
              <a:gd name="connsiteY37" fmla="*/ 0 h 152392"/>
              <a:gd name="connsiteX38" fmla="*/ 11902 w 152392"/>
              <a:gd name="connsiteY38" fmla="*/ 64294 h 152392"/>
              <a:gd name="connsiteX39" fmla="*/ 19845 w 152392"/>
              <a:gd name="connsiteY39" fmla="*/ 95242 h 152392"/>
              <a:gd name="connsiteX40" fmla="*/ 9517 w 152392"/>
              <a:gd name="connsiteY40" fmla="*/ 95242 h 152392"/>
              <a:gd name="connsiteX41" fmla="*/ 0 w 152392"/>
              <a:gd name="connsiteY41" fmla="*/ 106672 h 152392"/>
              <a:gd name="connsiteX42" fmla="*/ 0 w 152392"/>
              <a:gd name="connsiteY42" fmla="*/ 140962 h 152392"/>
              <a:gd name="connsiteX43" fmla="*/ 9517 w 152392"/>
              <a:gd name="connsiteY43" fmla="*/ 152392 h 152392"/>
              <a:gd name="connsiteX44" fmla="*/ 142875 w 152392"/>
              <a:gd name="connsiteY44" fmla="*/ 152392 h 152392"/>
              <a:gd name="connsiteX45" fmla="*/ 152392 w 152392"/>
              <a:gd name="connsiteY45" fmla="*/ 140962 h 152392"/>
              <a:gd name="connsiteX46" fmla="*/ 152392 w 152392"/>
              <a:gd name="connsiteY46" fmla="*/ 106672 h 152392"/>
              <a:gd name="connsiteX47" fmla="*/ 142875 w 152392"/>
              <a:gd name="connsiteY47" fmla="*/ 95242 h 152392"/>
              <a:gd name="connsiteX48" fmla="*/ 76196 w 152392"/>
              <a:gd name="connsiteY48" fmla="*/ 14287 h 152392"/>
              <a:gd name="connsiteX49" fmla="*/ 126202 w 152392"/>
              <a:gd name="connsiteY49" fmla="*/ 64294 h 152392"/>
              <a:gd name="connsiteX50" fmla="*/ 76196 w 152392"/>
              <a:gd name="connsiteY50" fmla="*/ 114300 h 152392"/>
              <a:gd name="connsiteX51" fmla="*/ 26190 w 152392"/>
              <a:gd name="connsiteY51" fmla="*/ 64294 h 152392"/>
              <a:gd name="connsiteX52" fmla="*/ 76196 w 152392"/>
              <a:gd name="connsiteY52" fmla="*/ 14287 h 152392"/>
              <a:gd name="connsiteX53" fmla="*/ 138105 w 152392"/>
              <a:gd name="connsiteY53" fmla="*/ 138105 h 152392"/>
              <a:gd name="connsiteX54" fmla="*/ 14287 w 152392"/>
              <a:gd name="connsiteY54" fmla="*/ 138105 h 152392"/>
              <a:gd name="connsiteX55" fmla="*/ 14287 w 152392"/>
              <a:gd name="connsiteY55" fmla="*/ 109530 h 152392"/>
              <a:gd name="connsiteX56" fmla="*/ 30532 w 152392"/>
              <a:gd name="connsiteY56" fmla="*/ 109530 h 152392"/>
              <a:gd name="connsiteX57" fmla="*/ 42649 w 152392"/>
              <a:gd name="connsiteY57" fmla="*/ 119059 h 152392"/>
              <a:gd name="connsiteX58" fmla="*/ 30948 w 152392"/>
              <a:gd name="connsiteY58" fmla="*/ 119059 h 152392"/>
              <a:gd name="connsiteX59" fmla="*/ 28575 w 152392"/>
              <a:gd name="connsiteY59" fmla="*/ 121444 h 152392"/>
              <a:gd name="connsiteX60" fmla="*/ 28575 w 152392"/>
              <a:gd name="connsiteY60" fmla="*/ 126202 h 152392"/>
              <a:gd name="connsiteX61" fmla="*/ 30948 w 152392"/>
              <a:gd name="connsiteY61" fmla="*/ 128587 h 152392"/>
              <a:gd name="connsiteX62" fmla="*/ 121444 w 152392"/>
              <a:gd name="connsiteY62" fmla="*/ 128587 h 152392"/>
              <a:gd name="connsiteX63" fmla="*/ 123817 w 152392"/>
              <a:gd name="connsiteY63" fmla="*/ 126202 h 152392"/>
              <a:gd name="connsiteX64" fmla="*/ 123817 w 152392"/>
              <a:gd name="connsiteY64" fmla="*/ 121444 h 152392"/>
              <a:gd name="connsiteX65" fmla="*/ 121444 w 152392"/>
              <a:gd name="connsiteY65" fmla="*/ 119059 h 152392"/>
              <a:gd name="connsiteX66" fmla="*/ 109744 w 152392"/>
              <a:gd name="connsiteY66" fmla="*/ 119059 h 152392"/>
              <a:gd name="connsiteX67" fmla="*/ 121860 w 152392"/>
              <a:gd name="connsiteY67" fmla="*/ 109530 h 152392"/>
              <a:gd name="connsiteX68" fmla="*/ 138105 w 152392"/>
              <a:gd name="connsiteY68" fmla="*/ 109530 h 152392"/>
              <a:gd name="connsiteX69" fmla="*/ 138105 w 152392"/>
              <a:gd name="connsiteY69" fmla="*/ 138105 h 15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52392" h="152392">
                <a:moveTo>
                  <a:pt x="67151" y="69142"/>
                </a:moveTo>
                <a:lnTo>
                  <a:pt x="82057" y="73395"/>
                </a:lnTo>
                <a:cubicBezTo>
                  <a:pt x="83126" y="73699"/>
                  <a:pt x="83880" y="74711"/>
                  <a:pt x="83880" y="75814"/>
                </a:cubicBezTo>
                <a:cubicBezTo>
                  <a:pt x="83880" y="77175"/>
                  <a:pt x="82744" y="78311"/>
                  <a:pt x="81371" y="78311"/>
                </a:cubicBezTo>
                <a:lnTo>
                  <a:pt x="71617" y="78311"/>
                </a:lnTo>
                <a:cubicBezTo>
                  <a:pt x="70537" y="78311"/>
                  <a:pt x="69502" y="78075"/>
                  <a:pt x="68546" y="77659"/>
                </a:cubicBezTo>
                <a:cubicBezTo>
                  <a:pt x="67117" y="76995"/>
                  <a:pt x="65452" y="77152"/>
                  <a:pt x="64350" y="78255"/>
                </a:cubicBezTo>
                <a:lnTo>
                  <a:pt x="59141" y="83464"/>
                </a:lnTo>
                <a:cubicBezTo>
                  <a:pt x="57566" y="85039"/>
                  <a:pt x="57746" y="87716"/>
                  <a:pt x="59591" y="88931"/>
                </a:cubicBezTo>
                <a:cubicBezTo>
                  <a:pt x="62415" y="90810"/>
                  <a:pt x="65655" y="91946"/>
                  <a:pt x="69052" y="92362"/>
                </a:cubicBezTo>
                <a:lnTo>
                  <a:pt x="69052" y="97628"/>
                </a:lnTo>
                <a:cubicBezTo>
                  <a:pt x="69052" y="100249"/>
                  <a:pt x="71190" y="102386"/>
                  <a:pt x="73811" y="102386"/>
                </a:cubicBezTo>
                <a:lnTo>
                  <a:pt x="78581" y="102386"/>
                </a:lnTo>
                <a:cubicBezTo>
                  <a:pt x="81191" y="102386"/>
                  <a:pt x="83340" y="100249"/>
                  <a:pt x="83340" y="97628"/>
                </a:cubicBezTo>
                <a:lnTo>
                  <a:pt x="83340" y="92385"/>
                </a:lnTo>
                <a:cubicBezTo>
                  <a:pt x="92362" y="91316"/>
                  <a:pt x="99236" y="83160"/>
                  <a:pt x="98010" y="73631"/>
                </a:cubicBezTo>
                <a:cubicBezTo>
                  <a:pt x="97155" y="66791"/>
                  <a:pt x="91856" y="61346"/>
                  <a:pt x="85241" y="59434"/>
                </a:cubicBezTo>
                <a:lnTo>
                  <a:pt x="70335" y="55181"/>
                </a:lnTo>
                <a:cubicBezTo>
                  <a:pt x="69255" y="54889"/>
                  <a:pt x="68512" y="53876"/>
                  <a:pt x="68512" y="52774"/>
                </a:cubicBezTo>
                <a:cubicBezTo>
                  <a:pt x="68512" y="51401"/>
                  <a:pt x="69649" y="50265"/>
                  <a:pt x="71021" y="50265"/>
                </a:cubicBezTo>
                <a:lnTo>
                  <a:pt x="80775" y="50265"/>
                </a:lnTo>
                <a:cubicBezTo>
                  <a:pt x="81855" y="50265"/>
                  <a:pt x="82890" y="50513"/>
                  <a:pt x="83846" y="50929"/>
                </a:cubicBezTo>
                <a:cubicBezTo>
                  <a:pt x="85275" y="51581"/>
                  <a:pt x="86940" y="51435"/>
                  <a:pt x="88042" y="50332"/>
                </a:cubicBezTo>
                <a:lnTo>
                  <a:pt x="93251" y="45124"/>
                </a:lnTo>
                <a:cubicBezTo>
                  <a:pt x="94826" y="43549"/>
                  <a:pt x="94646" y="40860"/>
                  <a:pt x="92801" y="39645"/>
                </a:cubicBezTo>
                <a:cubicBezTo>
                  <a:pt x="89977" y="37766"/>
                  <a:pt x="86737" y="36641"/>
                  <a:pt x="83340" y="36225"/>
                </a:cubicBezTo>
                <a:lnTo>
                  <a:pt x="83340" y="30949"/>
                </a:lnTo>
                <a:cubicBezTo>
                  <a:pt x="83340" y="28327"/>
                  <a:pt x="81191" y="26190"/>
                  <a:pt x="78581" y="26190"/>
                </a:cubicBezTo>
                <a:lnTo>
                  <a:pt x="73811" y="26190"/>
                </a:lnTo>
                <a:cubicBezTo>
                  <a:pt x="71190" y="26190"/>
                  <a:pt x="69052" y="28327"/>
                  <a:pt x="69052" y="30949"/>
                </a:cubicBezTo>
                <a:lnTo>
                  <a:pt x="69052" y="36191"/>
                </a:lnTo>
                <a:cubicBezTo>
                  <a:pt x="60030" y="37260"/>
                  <a:pt x="53156" y="45416"/>
                  <a:pt x="54382" y="54945"/>
                </a:cubicBezTo>
                <a:cubicBezTo>
                  <a:pt x="55237" y="61785"/>
                  <a:pt x="60514" y="67241"/>
                  <a:pt x="67151" y="69142"/>
                </a:cubicBezTo>
                <a:lnTo>
                  <a:pt x="67151" y="69142"/>
                </a:lnTo>
                <a:close/>
                <a:moveTo>
                  <a:pt x="142875" y="95242"/>
                </a:moveTo>
                <a:lnTo>
                  <a:pt x="132547" y="95242"/>
                </a:lnTo>
                <a:cubicBezTo>
                  <a:pt x="137599" y="86051"/>
                  <a:pt x="140490" y="75510"/>
                  <a:pt x="140490" y="64294"/>
                </a:cubicBezTo>
                <a:cubicBezTo>
                  <a:pt x="140490" y="28777"/>
                  <a:pt x="111712" y="0"/>
                  <a:pt x="76196" y="0"/>
                </a:cubicBezTo>
                <a:cubicBezTo>
                  <a:pt x="40680" y="0"/>
                  <a:pt x="11902" y="28777"/>
                  <a:pt x="11902" y="64294"/>
                </a:cubicBezTo>
                <a:cubicBezTo>
                  <a:pt x="11902" y="75510"/>
                  <a:pt x="14794" y="86051"/>
                  <a:pt x="19845" y="95242"/>
                </a:cubicBezTo>
                <a:lnTo>
                  <a:pt x="9517" y="95242"/>
                </a:lnTo>
                <a:cubicBezTo>
                  <a:pt x="4252" y="95242"/>
                  <a:pt x="0" y="100361"/>
                  <a:pt x="0" y="106672"/>
                </a:cubicBezTo>
                <a:lnTo>
                  <a:pt x="0" y="140962"/>
                </a:lnTo>
                <a:cubicBezTo>
                  <a:pt x="0" y="147274"/>
                  <a:pt x="4252" y="152392"/>
                  <a:pt x="9517" y="152392"/>
                </a:cubicBezTo>
                <a:lnTo>
                  <a:pt x="142875" y="152392"/>
                </a:lnTo>
                <a:cubicBezTo>
                  <a:pt x="148140" y="152392"/>
                  <a:pt x="152392" y="147274"/>
                  <a:pt x="152392" y="140962"/>
                </a:cubicBezTo>
                <a:lnTo>
                  <a:pt x="152392" y="106672"/>
                </a:lnTo>
                <a:cubicBezTo>
                  <a:pt x="152392" y="100361"/>
                  <a:pt x="148140" y="95242"/>
                  <a:pt x="142875" y="95242"/>
                </a:cubicBezTo>
                <a:close/>
                <a:moveTo>
                  <a:pt x="76196" y="14287"/>
                </a:moveTo>
                <a:cubicBezTo>
                  <a:pt x="103759" y="14287"/>
                  <a:pt x="126202" y="36731"/>
                  <a:pt x="126202" y="64294"/>
                </a:cubicBezTo>
                <a:cubicBezTo>
                  <a:pt x="126202" y="91856"/>
                  <a:pt x="103759" y="114300"/>
                  <a:pt x="76196" y="114300"/>
                </a:cubicBezTo>
                <a:cubicBezTo>
                  <a:pt x="48634" y="114300"/>
                  <a:pt x="26190" y="91856"/>
                  <a:pt x="26190" y="64294"/>
                </a:cubicBezTo>
                <a:cubicBezTo>
                  <a:pt x="26190" y="36731"/>
                  <a:pt x="48634" y="14287"/>
                  <a:pt x="76196" y="14287"/>
                </a:cubicBezTo>
                <a:close/>
                <a:moveTo>
                  <a:pt x="138105" y="138105"/>
                </a:moveTo>
                <a:lnTo>
                  <a:pt x="14287" y="138105"/>
                </a:lnTo>
                <a:lnTo>
                  <a:pt x="14287" y="109530"/>
                </a:lnTo>
                <a:lnTo>
                  <a:pt x="30532" y="109530"/>
                </a:lnTo>
                <a:cubicBezTo>
                  <a:pt x="34166" y="113197"/>
                  <a:pt x="38239" y="116347"/>
                  <a:pt x="42649" y="119059"/>
                </a:cubicBezTo>
                <a:lnTo>
                  <a:pt x="30948" y="119059"/>
                </a:lnTo>
                <a:cubicBezTo>
                  <a:pt x="29644" y="119059"/>
                  <a:pt x="28575" y="120128"/>
                  <a:pt x="28575" y="121444"/>
                </a:cubicBezTo>
                <a:lnTo>
                  <a:pt x="28575" y="126202"/>
                </a:lnTo>
                <a:cubicBezTo>
                  <a:pt x="28575" y="127507"/>
                  <a:pt x="29644" y="128587"/>
                  <a:pt x="30948" y="128587"/>
                </a:cubicBezTo>
                <a:lnTo>
                  <a:pt x="121444" y="128587"/>
                </a:lnTo>
                <a:cubicBezTo>
                  <a:pt x="122749" y="128587"/>
                  <a:pt x="123817" y="127507"/>
                  <a:pt x="123817" y="126202"/>
                </a:cubicBezTo>
                <a:lnTo>
                  <a:pt x="123817" y="121444"/>
                </a:lnTo>
                <a:cubicBezTo>
                  <a:pt x="123817" y="120128"/>
                  <a:pt x="122749" y="119059"/>
                  <a:pt x="121444" y="119059"/>
                </a:cubicBezTo>
                <a:lnTo>
                  <a:pt x="109744" y="119059"/>
                </a:lnTo>
                <a:cubicBezTo>
                  <a:pt x="114142" y="116347"/>
                  <a:pt x="118226" y="113197"/>
                  <a:pt x="121860" y="109530"/>
                </a:cubicBezTo>
                <a:lnTo>
                  <a:pt x="138105" y="109530"/>
                </a:lnTo>
                <a:lnTo>
                  <a:pt x="138105" y="138105"/>
                </a:lnTo>
                <a:close/>
              </a:path>
            </a:pathLst>
          </a:custGeom>
          <a:solidFill>
            <a:schemeClr val="accent2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5851C16-ED80-4D70-861F-85AD3EA3505E}"/>
              </a:ext>
            </a:extLst>
          </p:cNvPr>
          <p:cNvSpPr/>
          <p:nvPr/>
        </p:nvSpPr>
        <p:spPr>
          <a:xfrm>
            <a:off x="6005732" y="520089"/>
            <a:ext cx="2170800" cy="978748"/>
          </a:xfrm>
          <a:prstGeom prst="roundRect">
            <a:avLst>
              <a:gd name="adj" fmla="val 6394"/>
            </a:avLst>
          </a:prstGeom>
          <a:gradFill flip="none" rotWithShape="1">
            <a:gsLst>
              <a:gs pos="0">
                <a:srgbClr val="000E26"/>
              </a:gs>
              <a:gs pos="100000">
                <a:srgbClr val="1F489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743AF4DC-F187-463B-9143-73D076DC3075}"/>
              </a:ext>
            </a:extLst>
          </p:cNvPr>
          <p:cNvSpPr/>
          <p:nvPr/>
        </p:nvSpPr>
        <p:spPr>
          <a:xfrm>
            <a:off x="6152482" y="829117"/>
            <a:ext cx="365760" cy="365759"/>
          </a:xfrm>
          <a:custGeom>
            <a:avLst/>
            <a:gdLst>
              <a:gd name="connsiteX0" fmla="*/ 182880 w 365760"/>
              <a:gd name="connsiteY0" fmla="*/ 0 h 365759"/>
              <a:gd name="connsiteX1" fmla="*/ 365760 w 365760"/>
              <a:gd name="connsiteY1" fmla="*/ 182880 h 365759"/>
              <a:gd name="connsiteX2" fmla="*/ 182880 w 365760"/>
              <a:gd name="connsiteY2" fmla="*/ 365760 h 365759"/>
              <a:gd name="connsiteX3" fmla="*/ 0 w 365760"/>
              <a:gd name="connsiteY3" fmla="*/ 182880 h 365759"/>
              <a:gd name="connsiteX4" fmla="*/ 182880 w 365760"/>
              <a:gd name="connsiteY4" fmla="*/ 0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365759">
                <a:moveTo>
                  <a:pt x="182880" y="0"/>
                </a:moveTo>
                <a:cubicBezTo>
                  <a:pt x="283882" y="0"/>
                  <a:pt x="365760" y="81877"/>
                  <a:pt x="365760" y="182880"/>
                </a:cubicBezTo>
                <a:cubicBezTo>
                  <a:pt x="365760" y="283883"/>
                  <a:pt x="283882" y="365760"/>
                  <a:pt x="182880" y="365760"/>
                </a:cubicBezTo>
                <a:cubicBezTo>
                  <a:pt x="81877" y="365760"/>
                  <a:pt x="0" y="283883"/>
                  <a:pt x="0" y="182880"/>
                </a:cubicBezTo>
                <a:cubicBezTo>
                  <a:pt x="0" y="81877"/>
                  <a:pt x="81877" y="0"/>
                  <a:pt x="182880" y="0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5" name="Espaço Reservado para Conteúdo 4">
            <a:extLst>
              <a:ext uri="{FF2B5EF4-FFF2-40B4-BE49-F238E27FC236}">
                <a16:creationId xmlns:a16="http://schemas.microsoft.com/office/drawing/2014/main" id="{8E26B5CA-662B-46DB-8B8A-5B67FD5A5F76}"/>
              </a:ext>
            </a:extLst>
          </p:cNvPr>
          <p:cNvGrpSpPr/>
          <p:nvPr/>
        </p:nvGrpSpPr>
        <p:grpSpPr>
          <a:xfrm>
            <a:off x="6253810" y="935801"/>
            <a:ext cx="163114" cy="152392"/>
            <a:chOff x="5658872" y="1194502"/>
            <a:chExt cx="163114" cy="152392"/>
          </a:xfrm>
          <a:solidFill>
            <a:schemeClr val="accent1"/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ABA4AD54-8422-4014-B5FC-70FE94A09C17}"/>
                </a:ext>
              </a:extLst>
            </p:cNvPr>
            <p:cNvSpPr/>
            <p:nvPr/>
          </p:nvSpPr>
          <p:spPr>
            <a:xfrm>
              <a:off x="5711759" y="1194502"/>
              <a:ext cx="86028" cy="86343"/>
            </a:xfrm>
            <a:custGeom>
              <a:avLst/>
              <a:gdLst>
                <a:gd name="connsiteX0" fmla="*/ 43020 w 86028"/>
                <a:gd name="connsiteY0" fmla="*/ 86344 h 86343"/>
                <a:gd name="connsiteX1" fmla="*/ 86028 w 86028"/>
                <a:gd name="connsiteY1" fmla="*/ 43324 h 86343"/>
                <a:gd name="connsiteX2" fmla="*/ 43020 w 86028"/>
                <a:gd name="connsiteY2" fmla="*/ 0 h 86343"/>
                <a:gd name="connsiteX3" fmla="*/ 0 w 86028"/>
                <a:gd name="connsiteY3" fmla="*/ 43324 h 86343"/>
                <a:gd name="connsiteX4" fmla="*/ 43020 w 86028"/>
                <a:gd name="connsiteY4" fmla="*/ 86344 h 86343"/>
                <a:gd name="connsiteX5" fmla="*/ 76466 w 86028"/>
                <a:gd name="connsiteY5" fmla="*/ 43324 h 86343"/>
                <a:gd name="connsiteX6" fmla="*/ 47801 w 86028"/>
                <a:gd name="connsiteY6" fmla="*/ 76444 h 86343"/>
                <a:gd name="connsiteX7" fmla="*/ 47801 w 86028"/>
                <a:gd name="connsiteY7" fmla="*/ 66398 h 86343"/>
                <a:gd name="connsiteX8" fmla="*/ 57352 w 86028"/>
                <a:gd name="connsiteY8" fmla="*/ 52886 h 86343"/>
                <a:gd name="connsiteX9" fmla="*/ 43020 w 86028"/>
                <a:gd name="connsiteY9" fmla="*/ 38554 h 86343"/>
                <a:gd name="connsiteX10" fmla="*/ 38238 w 86028"/>
                <a:gd name="connsiteY10" fmla="*/ 33773 h 86343"/>
                <a:gd name="connsiteX11" fmla="*/ 43020 w 86028"/>
                <a:gd name="connsiteY11" fmla="*/ 28991 h 86343"/>
                <a:gd name="connsiteX12" fmla="*/ 47801 w 86028"/>
                <a:gd name="connsiteY12" fmla="*/ 33773 h 86343"/>
                <a:gd name="connsiteX13" fmla="*/ 57352 w 86028"/>
                <a:gd name="connsiteY13" fmla="*/ 33773 h 86343"/>
                <a:gd name="connsiteX14" fmla="*/ 47801 w 86028"/>
                <a:gd name="connsiteY14" fmla="*/ 20250 h 86343"/>
                <a:gd name="connsiteX15" fmla="*/ 47801 w 86028"/>
                <a:gd name="connsiteY15" fmla="*/ 9900 h 86343"/>
                <a:gd name="connsiteX16" fmla="*/ 76466 w 86028"/>
                <a:gd name="connsiteY16" fmla="*/ 43324 h 86343"/>
                <a:gd name="connsiteX17" fmla="*/ 38238 w 86028"/>
                <a:gd name="connsiteY17" fmla="*/ 9900 h 86343"/>
                <a:gd name="connsiteX18" fmla="*/ 38238 w 86028"/>
                <a:gd name="connsiteY18" fmla="*/ 20250 h 86343"/>
                <a:gd name="connsiteX19" fmla="*/ 28676 w 86028"/>
                <a:gd name="connsiteY19" fmla="*/ 33773 h 86343"/>
                <a:gd name="connsiteX20" fmla="*/ 43020 w 86028"/>
                <a:gd name="connsiteY20" fmla="*/ 48105 h 86343"/>
                <a:gd name="connsiteX21" fmla="*/ 47801 w 86028"/>
                <a:gd name="connsiteY21" fmla="*/ 52886 h 86343"/>
                <a:gd name="connsiteX22" fmla="*/ 43020 w 86028"/>
                <a:gd name="connsiteY22" fmla="*/ 57668 h 86343"/>
                <a:gd name="connsiteX23" fmla="*/ 38238 w 86028"/>
                <a:gd name="connsiteY23" fmla="*/ 52886 h 86343"/>
                <a:gd name="connsiteX24" fmla="*/ 28676 w 86028"/>
                <a:gd name="connsiteY24" fmla="*/ 52886 h 86343"/>
                <a:gd name="connsiteX25" fmla="*/ 38238 w 86028"/>
                <a:gd name="connsiteY25" fmla="*/ 66398 h 86343"/>
                <a:gd name="connsiteX26" fmla="*/ 38238 w 86028"/>
                <a:gd name="connsiteY26" fmla="*/ 76444 h 86343"/>
                <a:gd name="connsiteX27" fmla="*/ 9563 w 86028"/>
                <a:gd name="connsiteY27" fmla="*/ 43324 h 86343"/>
                <a:gd name="connsiteX28" fmla="*/ 38238 w 86028"/>
                <a:gd name="connsiteY28" fmla="*/ 9900 h 8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6028" h="86343">
                  <a:moveTo>
                    <a:pt x="43020" y="86344"/>
                  </a:moveTo>
                  <a:cubicBezTo>
                    <a:pt x="66735" y="86344"/>
                    <a:pt x="86028" y="67050"/>
                    <a:pt x="86028" y="43324"/>
                  </a:cubicBezTo>
                  <a:cubicBezTo>
                    <a:pt x="86028" y="19609"/>
                    <a:pt x="66780" y="0"/>
                    <a:pt x="43020" y="0"/>
                  </a:cubicBezTo>
                  <a:cubicBezTo>
                    <a:pt x="19294" y="0"/>
                    <a:pt x="0" y="19564"/>
                    <a:pt x="0" y="43324"/>
                  </a:cubicBezTo>
                  <a:cubicBezTo>
                    <a:pt x="0" y="67050"/>
                    <a:pt x="19294" y="86344"/>
                    <a:pt x="43020" y="86344"/>
                  </a:cubicBezTo>
                  <a:close/>
                  <a:moveTo>
                    <a:pt x="76466" y="43324"/>
                  </a:moveTo>
                  <a:cubicBezTo>
                    <a:pt x="76466" y="60154"/>
                    <a:pt x="63990" y="74115"/>
                    <a:pt x="47801" y="76444"/>
                  </a:cubicBezTo>
                  <a:lnTo>
                    <a:pt x="47801" y="66398"/>
                  </a:lnTo>
                  <a:cubicBezTo>
                    <a:pt x="53358" y="64429"/>
                    <a:pt x="57352" y="59119"/>
                    <a:pt x="57352" y="52886"/>
                  </a:cubicBezTo>
                  <a:cubicBezTo>
                    <a:pt x="57352" y="44977"/>
                    <a:pt x="50917" y="38554"/>
                    <a:pt x="43020" y="38554"/>
                  </a:cubicBezTo>
                  <a:cubicBezTo>
                    <a:pt x="40376" y="38554"/>
                    <a:pt x="38238" y="36405"/>
                    <a:pt x="38238" y="33773"/>
                  </a:cubicBezTo>
                  <a:cubicBezTo>
                    <a:pt x="38238" y="31129"/>
                    <a:pt x="40376" y="28991"/>
                    <a:pt x="43020" y="28991"/>
                  </a:cubicBezTo>
                  <a:cubicBezTo>
                    <a:pt x="45653" y="28991"/>
                    <a:pt x="47801" y="31129"/>
                    <a:pt x="47801" y="33773"/>
                  </a:cubicBezTo>
                  <a:lnTo>
                    <a:pt x="57352" y="33773"/>
                  </a:lnTo>
                  <a:cubicBezTo>
                    <a:pt x="57352" y="27540"/>
                    <a:pt x="53358" y="22230"/>
                    <a:pt x="47801" y="20250"/>
                  </a:cubicBezTo>
                  <a:lnTo>
                    <a:pt x="47801" y="9900"/>
                  </a:lnTo>
                  <a:cubicBezTo>
                    <a:pt x="63990" y="12251"/>
                    <a:pt x="76466" y="26347"/>
                    <a:pt x="76466" y="43324"/>
                  </a:cubicBezTo>
                  <a:close/>
                  <a:moveTo>
                    <a:pt x="38238" y="9900"/>
                  </a:moveTo>
                  <a:lnTo>
                    <a:pt x="38238" y="20250"/>
                  </a:lnTo>
                  <a:cubicBezTo>
                    <a:pt x="32681" y="22230"/>
                    <a:pt x="28676" y="27540"/>
                    <a:pt x="28676" y="33773"/>
                  </a:cubicBezTo>
                  <a:cubicBezTo>
                    <a:pt x="28676" y="41670"/>
                    <a:pt x="35111" y="48105"/>
                    <a:pt x="43020" y="48105"/>
                  </a:cubicBezTo>
                  <a:cubicBezTo>
                    <a:pt x="45653" y="48105"/>
                    <a:pt x="47801" y="50254"/>
                    <a:pt x="47801" y="52886"/>
                  </a:cubicBezTo>
                  <a:cubicBezTo>
                    <a:pt x="47801" y="55519"/>
                    <a:pt x="45653" y="57668"/>
                    <a:pt x="43020" y="57668"/>
                  </a:cubicBezTo>
                  <a:cubicBezTo>
                    <a:pt x="40376" y="57668"/>
                    <a:pt x="38238" y="55519"/>
                    <a:pt x="38238" y="52886"/>
                  </a:cubicBezTo>
                  <a:lnTo>
                    <a:pt x="28676" y="52886"/>
                  </a:lnTo>
                  <a:cubicBezTo>
                    <a:pt x="28676" y="59119"/>
                    <a:pt x="32681" y="64429"/>
                    <a:pt x="38238" y="66398"/>
                  </a:cubicBezTo>
                  <a:lnTo>
                    <a:pt x="38238" y="76444"/>
                  </a:lnTo>
                  <a:cubicBezTo>
                    <a:pt x="22050" y="74115"/>
                    <a:pt x="9563" y="60154"/>
                    <a:pt x="9563" y="43324"/>
                  </a:cubicBezTo>
                  <a:cubicBezTo>
                    <a:pt x="9563" y="26347"/>
                    <a:pt x="22050" y="12251"/>
                    <a:pt x="38238" y="9900"/>
                  </a:cubicBezTo>
                  <a:close/>
                </a:path>
              </a:pathLst>
            </a:custGeom>
            <a:grpFill/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C8FE39B7-27EB-4622-A78C-5F4C1DDDFB39}"/>
                </a:ext>
              </a:extLst>
            </p:cNvPr>
            <p:cNvSpPr/>
            <p:nvPr/>
          </p:nvSpPr>
          <p:spPr>
            <a:xfrm>
              <a:off x="5658872" y="1284110"/>
              <a:ext cx="163114" cy="62784"/>
            </a:xfrm>
            <a:custGeom>
              <a:avLst/>
              <a:gdLst>
                <a:gd name="connsiteX0" fmla="*/ 35910 w 163114"/>
                <a:gd name="connsiteY0" fmla="*/ 60298 h 62784"/>
                <a:gd name="connsiteX1" fmla="*/ 55283 w 163114"/>
                <a:gd name="connsiteY1" fmla="*/ 54088 h 62784"/>
                <a:gd name="connsiteX2" fmla="*/ 98044 w 163114"/>
                <a:gd name="connsiteY2" fmla="*/ 54088 h 62784"/>
                <a:gd name="connsiteX3" fmla="*/ 163114 w 163114"/>
                <a:gd name="connsiteY3" fmla="*/ 16389 h 62784"/>
                <a:gd name="connsiteX4" fmla="*/ 160740 w 163114"/>
                <a:gd name="connsiteY4" fmla="*/ 12260 h 62784"/>
                <a:gd name="connsiteX5" fmla="*/ 128227 w 163114"/>
                <a:gd name="connsiteY5" fmla="*/ 3103 h 62784"/>
                <a:gd name="connsiteX6" fmla="*/ 105458 w 163114"/>
                <a:gd name="connsiteY6" fmla="*/ 16648 h 62784"/>
                <a:gd name="connsiteX7" fmla="*/ 105458 w 163114"/>
                <a:gd name="connsiteY7" fmla="*/ 6298 h 62784"/>
                <a:gd name="connsiteX8" fmla="*/ 51255 w 163114"/>
                <a:gd name="connsiteY8" fmla="*/ 6298 h 62784"/>
                <a:gd name="connsiteX9" fmla="*/ 3375 w 163114"/>
                <a:gd name="connsiteY9" fmla="*/ 26807 h 62784"/>
                <a:gd name="connsiteX10" fmla="*/ 0 w 163114"/>
                <a:gd name="connsiteY10" fmla="*/ 30193 h 62784"/>
                <a:gd name="connsiteX11" fmla="*/ 32591 w 163114"/>
                <a:gd name="connsiteY11" fmla="*/ 62784 h 62784"/>
                <a:gd name="connsiteX12" fmla="*/ 35910 w 163114"/>
                <a:gd name="connsiteY12" fmla="*/ 60298 h 62784"/>
                <a:gd name="connsiteX13" fmla="*/ 51255 w 163114"/>
                <a:gd name="connsiteY13" fmla="*/ 15849 h 62784"/>
                <a:gd name="connsiteX14" fmla="*/ 95906 w 163114"/>
                <a:gd name="connsiteY14" fmla="*/ 15849 h 62784"/>
                <a:gd name="connsiteX15" fmla="*/ 95906 w 163114"/>
                <a:gd name="connsiteY15" fmla="*/ 25412 h 62784"/>
                <a:gd name="connsiteX16" fmla="*/ 62449 w 163114"/>
                <a:gd name="connsiteY16" fmla="*/ 25412 h 62784"/>
                <a:gd name="connsiteX17" fmla="*/ 62449 w 163114"/>
                <a:gd name="connsiteY17" fmla="*/ 34974 h 62784"/>
                <a:gd name="connsiteX18" fmla="*/ 105458 w 163114"/>
                <a:gd name="connsiteY18" fmla="*/ 34974 h 62784"/>
                <a:gd name="connsiteX19" fmla="*/ 105458 w 163114"/>
                <a:gd name="connsiteY19" fmla="*/ 27774 h 62784"/>
                <a:gd name="connsiteX20" fmla="*/ 133009 w 163114"/>
                <a:gd name="connsiteY20" fmla="*/ 11372 h 62784"/>
                <a:gd name="connsiteX21" fmla="*/ 149423 w 163114"/>
                <a:gd name="connsiteY21" fmla="*/ 13273 h 62784"/>
                <a:gd name="connsiteX22" fmla="*/ 95479 w 163114"/>
                <a:gd name="connsiteY22" fmla="*/ 44525 h 62784"/>
                <a:gd name="connsiteX23" fmla="*/ 55283 w 163114"/>
                <a:gd name="connsiteY23" fmla="*/ 44525 h 62784"/>
                <a:gd name="connsiteX24" fmla="*/ 33660 w 163114"/>
                <a:gd name="connsiteY24" fmla="*/ 50330 h 62784"/>
                <a:gd name="connsiteX25" fmla="*/ 13624 w 163114"/>
                <a:gd name="connsiteY25" fmla="*/ 30305 h 62784"/>
                <a:gd name="connsiteX26" fmla="*/ 51255 w 163114"/>
                <a:gd name="connsiteY26" fmla="*/ 15849 h 62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3114" h="62784">
                  <a:moveTo>
                    <a:pt x="35910" y="60298"/>
                  </a:moveTo>
                  <a:cubicBezTo>
                    <a:pt x="41097" y="56405"/>
                    <a:pt x="48341" y="54088"/>
                    <a:pt x="55283" y="54088"/>
                  </a:cubicBezTo>
                  <a:lnTo>
                    <a:pt x="98044" y="54088"/>
                  </a:lnTo>
                  <a:lnTo>
                    <a:pt x="163114" y="16389"/>
                  </a:lnTo>
                  <a:lnTo>
                    <a:pt x="160740" y="12260"/>
                  </a:lnTo>
                  <a:cubicBezTo>
                    <a:pt x="154159" y="774"/>
                    <a:pt x="139680" y="-3467"/>
                    <a:pt x="128227" y="3103"/>
                  </a:cubicBezTo>
                  <a:lnTo>
                    <a:pt x="105458" y="16648"/>
                  </a:lnTo>
                  <a:lnTo>
                    <a:pt x="105458" y="6298"/>
                  </a:lnTo>
                  <a:lnTo>
                    <a:pt x="51255" y="6298"/>
                  </a:lnTo>
                  <a:cubicBezTo>
                    <a:pt x="33097" y="6298"/>
                    <a:pt x="16988" y="13194"/>
                    <a:pt x="3375" y="26807"/>
                  </a:cubicBezTo>
                  <a:lnTo>
                    <a:pt x="0" y="30193"/>
                  </a:lnTo>
                  <a:lnTo>
                    <a:pt x="32591" y="62784"/>
                  </a:lnTo>
                  <a:lnTo>
                    <a:pt x="35910" y="60298"/>
                  </a:lnTo>
                  <a:close/>
                  <a:moveTo>
                    <a:pt x="51255" y="15849"/>
                  </a:moveTo>
                  <a:lnTo>
                    <a:pt x="95906" y="15849"/>
                  </a:lnTo>
                  <a:lnTo>
                    <a:pt x="95906" y="25412"/>
                  </a:lnTo>
                  <a:lnTo>
                    <a:pt x="62449" y="25412"/>
                  </a:lnTo>
                  <a:lnTo>
                    <a:pt x="62449" y="34974"/>
                  </a:lnTo>
                  <a:lnTo>
                    <a:pt x="105458" y="34974"/>
                  </a:lnTo>
                  <a:lnTo>
                    <a:pt x="105458" y="27774"/>
                  </a:lnTo>
                  <a:lnTo>
                    <a:pt x="133009" y="11372"/>
                  </a:lnTo>
                  <a:cubicBezTo>
                    <a:pt x="138488" y="8255"/>
                    <a:pt x="145035" y="9347"/>
                    <a:pt x="149423" y="13273"/>
                  </a:cubicBezTo>
                  <a:lnTo>
                    <a:pt x="95479" y="44525"/>
                  </a:lnTo>
                  <a:lnTo>
                    <a:pt x="55283" y="44525"/>
                  </a:lnTo>
                  <a:cubicBezTo>
                    <a:pt x="47666" y="44525"/>
                    <a:pt x="39994" y="46618"/>
                    <a:pt x="33660" y="50330"/>
                  </a:cubicBezTo>
                  <a:lnTo>
                    <a:pt x="13624" y="30305"/>
                  </a:lnTo>
                  <a:cubicBezTo>
                    <a:pt x="24604" y="20709"/>
                    <a:pt x="37238" y="15849"/>
                    <a:pt x="51255" y="15849"/>
                  </a:cubicBezTo>
                  <a:close/>
                </a:path>
              </a:pathLst>
            </a:custGeom>
            <a:grpFill/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563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ACF2-BD60-E600-3B38-36AF1906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F7EA6D2C-04F9-4F2F-31DE-111C5ABC5AEF}"/>
              </a:ext>
            </a:extLst>
          </p:cNvPr>
          <p:cNvSpPr/>
          <p:nvPr/>
        </p:nvSpPr>
        <p:spPr>
          <a:xfrm>
            <a:off x="187" y="0"/>
            <a:ext cx="12191813" cy="6857999"/>
          </a:xfrm>
          <a:prstGeom prst="roundRect">
            <a:avLst>
              <a:gd name="adj" fmla="val 0"/>
            </a:avLst>
          </a:prstGeom>
          <a:solidFill>
            <a:srgbClr val="E4E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59CF6EC7-4C7B-8683-0110-178482DCE94D}"/>
              </a:ext>
            </a:extLst>
          </p:cNvPr>
          <p:cNvSpPr/>
          <p:nvPr/>
        </p:nvSpPr>
        <p:spPr>
          <a:xfrm>
            <a:off x="237960" y="268753"/>
            <a:ext cx="198359" cy="182902"/>
          </a:xfrm>
          <a:custGeom>
            <a:avLst/>
            <a:gdLst>
              <a:gd name="connsiteX0" fmla="*/ 107550 w 198359"/>
              <a:gd name="connsiteY0" fmla="*/ 0 h 182902"/>
              <a:gd name="connsiteX1" fmla="*/ 198360 w 198359"/>
              <a:gd name="connsiteY1" fmla="*/ 90821 h 182902"/>
              <a:gd name="connsiteX2" fmla="*/ 106279 w 198359"/>
              <a:gd name="connsiteY2" fmla="*/ 182902 h 182902"/>
              <a:gd name="connsiteX3" fmla="*/ 80910 w 198359"/>
              <a:gd name="connsiteY3" fmla="*/ 157534 h 182902"/>
              <a:gd name="connsiteX4" fmla="*/ 147881 w 198359"/>
              <a:gd name="connsiteY4" fmla="*/ 90563 h 182902"/>
              <a:gd name="connsiteX5" fmla="*/ 81686 w 198359"/>
              <a:gd name="connsiteY5" fmla="*/ 24356 h 182902"/>
              <a:gd name="connsiteX6" fmla="*/ 107550 w 198359"/>
              <a:gd name="connsiteY6" fmla="*/ 0 h 182902"/>
              <a:gd name="connsiteX7" fmla="*/ 17752 w 198359"/>
              <a:gd name="connsiteY7" fmla="*/ 23850 h 182902"/>
              <a:gd name="connsiteX8" fmla="*/ 84724 w 198359"/>
              <a:gd name="connsiteY8" fmla="*/ 90821 h 182902"/>
              <a:gd name="connsiteX9" fmla="*/ 14963 w 198359"/>
              <a:gd name="connsiteY9" fmla="*/ 160582 h 182902"/>
              <a:gd name="connsiteX10" fmla="*/ 0 w 198359"/>
              <a:gd name="connsiteY10" fmla="*/ 145620 h 182902"/>
              <a:gd name="connsiteX11" fmla="*/ 54281 w 198359"/>
              <a:gd name="connsiteY11" fmla="*/ 91327 h 182902"/>
              <a:gd name="connsiteX12" fmla="*/ 1766 w 198359"/>
              <a:gd name="connsiteY12" fmla="*/ 38813 h 182902"/>
              <a:gd name="connsiteX13" fmla="*/ 17752 w 198359"/>
              <a:gd name="connsiteY13" fmla="*/ 23850 h 18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8359" h="182902">
                <a:moveTo>
                  <a:pt x="107550" y="0"/>
                </a:moveTo>
                <a:lnTo>
                  <a:pt x="198360" y="90821"/>
                </a:lnTo>
                <a:lnTo>
                  <a:pt x="106279" y="182902"/>
                </a:lnTo>
                <a:lnTo>
                  <a:pt x="80910" y="157534"/>
                </a:lnTo>
                <a:lnTo>
                  <a:pt x="147881" y="90563"/>
                </a:lnTo>
                <a:lnTo>
                  <a:pt x="81686" y="24356"/>
                </a:lnTo>
                <a:lnTo>
                  <a:pt x="107550" y="0"/>
                </a:lnTo>
                <a:close/>
                <a:moveTo>
                  <a:pt x="17752" y="23850"/>
                </a:moveTo>
                <a:lnTo>
                  <a:pt x="84724" y="90821"/>
                </a:lnTo>
                <a:lnTo>
                  <a:pt x="14963" y="160582"/>
                </a:lnTo>
                <a:lnTo>
                  <a:pt x="0" y="145620"/>
                </a:lnTo>
                <a:lnTo>
                  <a:pt x="54281" y="91327"/>
                </a:lnTo>
                <a:lnTo>
                  <a:pt x="1766" y="38813"/>
                </a:lnTo>
                <a:lnTo>
                  <a:pt x="17752" y="238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A134D747-6344-4A38-99B1-2C40473A200C}"/>
              </a:ext>
            </a:extLst>
          </p:cNvPr>
          <p:cNvSpPr/>
          <p:nvPr/>
        </p:nvSpPr>
        <p:spPr>
          <a:xfrm>
            <a:off x="912300" y="1695129"/>
            <a:ext cx="7264232" cy="2219932"/>
          </a:xfrm>
          <a:prstGeom prst="roundRect">
            <a:avLst>
              <a:gd name="adj" fmla="val 307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4BC9EF13-773B-16AD-ADA2-90C5B6269492}"/>
              </a:ext>
            </a:extLst>
          </p:cNvPr>
          <p:cNvSpPr/>
          <p:nvPr/>
        </p:nvSpPr>
        <p:spPr>
          <a:xfrm>
            <a:off x="8417072" y="0"/>
            <a:ext cx="3774927" cy="6858000"/>
          </a:xfrm>
          <a:prstGeom prst="roundRect">
            <a:avLst>
              <a:gd name="adj" fmla="val 0"/>
            </a:avLst>
          </a:prstGeom>
          <a:solidFill>
            <a:srgbClr val="004B46"/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AF8E698B-ABEE-8E52-6D56-9F518913E429}"/>
              </a:ext>
            </a:extLst>
          </p:cNvPr>
          <p:cNvSpPr/>
          <p:nvPr/>
        </p:nvSpPr>
        <p:spPr>
          <a:xfrm>
            <a:off x="912300" y="4110526"/>
            <a:ext cx="3459279" cy="2528195"/>
          </a:xfrm>
          <a:prstGeom prst="roundRect">
            <a:avLst>
              <a:gd name="adj" fmla="val 312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A422E62C-C998-5654-25A3-D85E7416C710}"/>
              </a:ext>
            </a:extLst>
          </p:cNvPr>
          <p:cNvSpPr/>
          <p:nvPr/>
        </p:nvSpPr>
        <p:spPr>
          <a:xfrm>
            <a:off x="4625059" y="4108882"/>
            <a:ext cx="3551473" cy="2528195"/>
          </a:xfrm>
          <a:prstGeom prst="roundRect">
            <a:avLst>
              <a:gd name="adj" fmla="val 275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B06140F6-43CB-F99E-C431-E670BAC77809}"/>
              </a:ext>
            </a:extLst>
          </p:cNvPr>
          <p:cNvGrpSpPr/>
          <p:nvPr/>
        </p:nvGrpSpPr>
        <p:grpSpPr>
          <a:xfrm>
            <a:off x="238207" y="5782558"/>
            <a:ext cx="198112" cy="716961"/>
            <a:chOff x="205927" y="5780835"/>
            <a:chExt cx="198112" cy="716961"/>
          </a:xfrm>
          <a:solidFill>
            <a:schemeClr val="bg1">
              <a:lumMod val="85000"/>
            </a:schemeClr>
          </a:solidFill>
        </p:grpSpPr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36BF4554-C360-185B-E871-66035BDBCD4D}"/>
                </a:ext>
              </a:extLst>
            </p:cNvPr>
            <p:cNvSpPr/>
            <p:nvPr/>
          </p:nvSpPr>
          <p:spPr>
            <a:xfrm>
              <a:off x="205927" y="6299673"/>
              <a:ext cx="198112" cy="198123"/>
            </a:xfrm>
            <a:custGeom>
              <a:avLst/>
              <a:gdLst>
                <a:gd name="connsiteX0" fmla="*/ 180191 w 198112"/>
                <a:gd name="connsiteY0" fmla="*/ 0 h 198123"/>
                <a:gd name="connsiteX1" fmla="*/ 17921 w 198112"/>
                <a:gd name="connsiteY1" fmla="*/ 0 h 198123"/>
                <a:gd name="connsiteX2" fmla="*/ 0 w 198112"/>
                <a:gd name="connsiteY2" fmla="*/ 17921 h 198123"/>
                <a:gd name="connsiteX3" fmla="*/ 0 w 198112"/>
                <a:gd name="connsiteY3" fmla="*/ 180203 h 198123"/>
                <a:gd name="connsiteX4" fmla="*/ 17921 w 198112"/>
                <a:gd name="connsiteY4" fmla="*/ 198124 h 198123"/>
                <a:gd name="connsiteX5" fmla="*/ 180191 w 198112"/>
                <a:gd name="connsiteY5" fmla="*/ 198124 h 198123"/>
                <a:gd name="connsiteX6" fmla="*/ 198113 w 198112"/>
                <a:gd name="connsiteY6" fmla="*/ 180203 h 198123"/>
                <a:gd name="connsiteX7" fmla="*/ 198113 w 198112"/>
                <a:gd name="connsiteY7" fmla="*/ 17921 h 198123"/>
                <a:gd name="connsiteX8" fmla="*/ 180191 w 198112"/>
                <a:gd name="connsiteY8" fmla="*/ 0 h 198123"/>
                <a:gd name="connsiteX9" fmla="*/ 61301 w 198112"/>
                <a:gd name="connsiteY9" fmla="*/ 171068 h 198123"/>
                <a:gd name="connsiteX10" fmla="*/ 56081 w 198112"/>
                <a:gd name="connsiteY10" fmla="*/ 176288 h 198123"/>
                <a:gd name="connsiteX11" fmla="*/ 33885 w 198112"/>
                <a:gd name="connsiteY11" fmla="*/ 176288 h 198123"/>
                <a:gd name="connsiteX12" fmla="*/ 28665 w 198112"/>
                <a:gd name="connsiteY12" fmla="*/ 171068 h 198123"/>
                <a:gd name="connsiteX13" fmla="*/ 28665 w 198112"/>
                <a:gd name="connsiteY13" fmla="*/ 78007 h 198123"/>
                <a:gd name="connsiteX14" fmla="*/ 33885 w 198112"/>
                <a:gd name="connsiteY14" fmla="*/ 72788 h 198123"/>
                <a:gd name="connsiteX15" fmla="*/ 56081 w 198112"/>
                <a:gd name="connsiteY15" fmla="*/ 72788 h 198123"/>
                <a:gd name="connsiteX16" fmla="*/ 61301 w 198112"/>
                <a:gd name="connsiteY16" fmla="*/ 78007 h 198123"/>
                <a:gd name="connsiteX17" fmla="*/ 61301 w 198112"/>
                <a:gd name="connsiteY17" fmla="*/ 171068 h 198123"/>
                <a:gd name="connsiteX18" fmla="*/ 44989 w 198112"/>
                <a:gd name="connsiteY18" fmla="*/ 64024 h 198123"/>
                <a:gd name="connsiteX19" fmla="*/ 23895 w 198112"/>
                <a:gd name="connsiteY19" fmla="*/ 42930 h 198123"/>
                <a:gd name="connsiteX20" fmla="*/ 44989 w 198112"/>
                <a:gd name="connsiteY20" fmla="*/ 21836 h 198123"/>
                <a:gd name="connsiteX21" fmla="*/ 66071 w 198112"/>
                <a:gd name="connsiteY21" fmla="*/ 42930 h 198123"/>
                <a:gd name="connsiteX22" fmla="*/ 44989 w 198112"/>
                <a:gd name="connsiteY22" fmla="*/ 64024 h 198123"/>
                <a:gd name="connsiteX23" fmla="*/ 177323 w 198112"/>
                <a:gd name="connsiteY23" fmla="*/ 171495 h 198123"/>
                <a:gd name="connsiteX24" fmla="*/ 172519 w 198112"/>
                <a:gd name="connsiteY24" fmla="*/ 176288 h 198123"/>
                <a:gd name="connsiteX25" fmla="*/ 148702 w 198112"/>
                <a:gd name="connsiteY25" fmla="*/ 176288 h 198123"/>
                <a:gd name="connsiteX26" fmla="*/ 143910 w 198112"/>
                <a:gd name="connsiteY26" fmla="*/ 171495 h 198123"/>
                <a:gd name="connsiteX27" fmla="*/ 143910 w 198112"/>
                <a:gd name="connsiteY27" fmla="*/ 127834 h 198123"/>
                <a:gd name="connsiteX28" fmla="*/ 126889 w 198112"/>
                <a:gd name="connsiteY28" fmla="*/ 99304 h 198123"/>
                <a:gd name="connsiteX29" fmla="*/ 108630 w 198112"/>
                <a:gd name="connsiteY29" fmla="*/ 121140 h 198123"/>
                <a:gd name="connsiteX30" fmla="*/ 108630 w 198112"/>
                <a:gd name="connsiteY30" fmla="*/ 171495 h 198123"/>
                <a:gd name="connsiteX31" fmla="*/ 103837 w 198112"/>
                <a:gd name="connsiteY31" fmla="*/ 176288 h 198123"/>
                <a:gd name="connsiteX32" fmla="*/ 80797 w 198112"/>
                <a:gd name="connsiteY32" fmla="*/ 176288 h 198123"/>
                <a:gd name="connsiteX33" fmla="*/ 76005 w 198112"/>
                <a:gd name="connsiteY33" fmla="*/ 171495 h 198123"/>
                <a:gd name="connsiteX34" fmla="*/ 76005 w 198112"/>
                <a:gd name="connsiteY34" fmla="*/ 77591 h 198123"/>
                <a:gd name="connsiteX35" fmla="*/ 80797 w 198112"/>
                <a:gd name="connsiteY35" fmla="*/ 72788 h 198123"/>
                <a:gd name="connsiteX36" fmla="*/ 103837 w 198112"/>
                <a:gd name="connsiteY36" fmla="*/ 72788 h 198123"/>
                <a:gd name="connsiteX37" fmla="*/ 108630 w 198112"/>
                <a:gd name="connsiteY37" fmla="*/ 77591 h 198123"/>
                <a:gd name="connsiteX38" fmla="*/ 108630 w 198112"/>
                <a:gd name="connsiteY38" fmla="*/ 85703 h 198123"/>
                <a:gd name="connsiteX39" fmla="*/ 139388 w 198112"/>
                <a:gd name="connsiteY39" fmla="*/ 71235 h 198123"/>
                <a:gd name="connsiteX40" fmla="*/ 177323 w 198112"/>
                <a:gd name="connsiteY40" fmla="*/ 126450 h 198123"/>
                <a:gd name="connsiteX41" fmla="*/ 177323 w 198112"/>
                <a:gd name="connsiteY41" fmla="*/ 171495 h 198123"/>
                <a:gd name="connsiteX42" fmla="*/ 177323 w 198112"/>
                <a:gd name="connsiteY42" fmla="*/ 171495 h 19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8112" h="198123">
                  <a:moveTo>
                    <a:pt x="180191" y="0"/>
                  </a:moveTo>
                  <a:lnTo>
                    <a:pt x="17921" y="0"/>
                  </a:lnTo>
                  <a:cubicBezTo>
                    <a:pt x="8021" y="0"/>
                    <a:pt x="0" y="8033"/>
                    <a:pt x="0" y="17921"/>
                  </a:cubicBezTo>
                  <a:lnTo>
                    <a:pt x="0" y="180203"/>
                  </a:lnTo>
                  <a:cubicBezTo>
                    <a:pt x="0" y="190091"/>
                    <a:pt x="8021" y="198124"/>
                    <a:pt x="17921" y="198124"/>
                  </a:cubicBezTo>
                  <a:lnTo>
                    <a:pt x="180191" y="198124"/>
                  </a:lnTo>
                  <a:cubicBezTo>
                    <a:pt x="190091" y="198124"/>
                    <a:pt x="198113" y="190091"/>
                    <a:pt x="198113" y="180203"/>
                  </a:cubicBezTo>
                  <a:lnTo>
                    <a:pt x="198113" y="17921"/>
                  </a:lnTo>
                  <a:cubicBezTo>
                    <a:pt x="198113" y="8033"/>
                    <a:pt x="190091" y="0"/>
                    <a:pt x="180191" y="0"/>
                  </a:cubicBezTo>
                  <a:close/>
                  <a:moveTo>
                    <a:pt x="61301" y="171068"/>
                  </a:moveTo>
                  <a:cubicBezTo>
                    <a:pt x="61301" y="173948"/>
                    <a:pt x="58961" y="176288"/>
                    <a:pt x="56081" y="176288"/>
                  </a:cubicBezTo>
                  <a:lnTo>
                    <a:pt x="33885" y="176288"/>
                  </a:lnTo>
                  <a:cubicBezTo>
                    <a:pt x="31005" y="176288"/>
                    <a:pt x="28665" y="173948"/>
                    <a:pt x="28665" y="171068"/>
                  </a:cubicBezTo>
                  <a:lnTo>
                    <a:pt x="28665" y="78007"/>
                  </a:lnTo>
                  <a:cubicBezTo>
                    <a:pt x="28665" y="75128"/>
                    <a:pt x="31005" y="72788"/>
                    <a:pt x="33885" y="72788"/>
                  </a:cubicBezTo>
                  <a:lnTo>
                    <a:pt x="56081" y="72788"/>
                  </a:lnTo>
                  <a:cubicBezTo>
                    <a:pt x="58961" y="72788"/>
                    <a:pt x="61301" y="75128"/>
                    <a:pt x="61301" y="78007"/>
                  </a:cubicBezTo>
                  <a:lnTo>
                    <a:pt x="61301" y="171068"/>
                  </a:lnTo>
                  <a:close/>
                  <a:moveTo>
                    <a:pt x="44989" y="64024"/>
                  </a:moveTo>
                  <a:cubicBezTo>
                    <a:pt x="33334" y="64024"/>
                    <a:pt x="23895" y="54574"/>
                    <a:pt x="23895" y="42930"/>
                  </a:cubicBezTo>
                  <a:cubicBezTo>
                    <a:pt x="23895" y="31286"/>
                    <a:pt x="33334" y="21836"/>
                    <a:pt x="44989" y="21836"/>
                  </a:cubicBezTo>
                  <a:cubicBezTo>
                    <a:pt x="56632" y="21836"/>
                    <a:pt x="66071" y="31286"/>
                    <a:pt x="66071" y="42930"/>
                  </a:cubicBezTo>
                  <a:cubicBezTo>
                    <a:pt x="66071" y="54574"/>
                    <a:pt x="56632" y="64024"/>
                    <a:pt x="44989" y="64024"/>
                  </a:cubicBezTo>
                  <a:close/>
                  <a:moveTo>
                    <a:pt x="177323" y="171495"/>
                  </a:moveTo>
                  <a:cubicBezTo>
                    <a:pt x="177323" y="174139"/>
                    <a:pt x="175174" y="176288"/>
                    <a:pt x="172519" y="176288"/>
                  </a:cubicBezTo>
                  <a:lnTo>
                    <a:pt x="148702" y="176288"/>
                  </a:lnTo>
                  <a:cubicBezTo>
                    <a:pt x="146048" y="176288"/>
                    <a:pt x="143910" y="174139"/>
                    <a:pt x="143910" y="171495"/>
                  </a:cubicBezTo>
                  <a:lnTo>
                    <a:pt x="143910" y="127834"/>
                  </a:lnTo>
                  <a:cubicBezTo>
                    <a:pt x="143910" y="121331"/>
                    <a:pt x="145811" y="99304"/>
                    <a:pt x="126889" y="99304"/>
                  </a:cubicBezTo>
                  <a:cubicBezTo>
                    <a:pt x="112207" y="99304"/>
                    <a:pt x="109226" y="114379"/>
                    <a:pt x="108630" y="121140"/>
                  </a:cubicBezTo>
                  <a:lnTo>
                    <a:pt x="108630" y="171495"/>
                  </a:lnTo>
                  <a:cubicBezTo>
                    <a:pt x="108630" y="174139"/>
                    <a:pt x="106481" y="176288"/>
                    <a:pt x="103837" y="176288"/>
                  </a:cubicBezTo>
                  <a:lnTo>
                    <a:pt x="80797" y="176288"/>
                  </a:lnTo>
                  <a:cubicBezTo>
                    <a:pt x="78142" y="176288"/>
                    <a:pt x="76005" y="174139"/>
                    <a:pt x="76005" y="171495"/>
                  </a:cubicBezTo>
                  <a:lnTo>
                    <a:pt x="76005" y="77591"/>
                  </a:lnTo>
                  <a:cubicBezTo>
                    <a:pt x="76005" y="74936"/>
                    <a:pt x="78142" y="72788"/>
                    <a:pt x="80797" y="72788"/>
                  </a:cubicBezTo>
                  <a:lnTo>
                    <a:pt x="103837" y="72788"/>
                  </a:lnTo>
                  <a:cubicBezTo>
                    <a:pt x="106481" y="72788"/>
                    <a:pt x="108630" y="74936"/>
                    <a:pt x="108630" y="77591"/>
                  </a:cubicBezTo>
                  <a:lnTo>
                    <a:pt x="108630" y="85703"/>
                  </a:lnTo>
                  <a:cubicBezTo>
                    <a:pt x="114075" y="77535"/>
                    <a:pt x="122164" y="71235"/>
                    <a:pt x="139388" y="71235"/>
                  </a:cubicBezTo>
                  <a:cubicBezTo>
                    <a:pt x="177536" y="71235"/>
                    <a:pt x="177323" y="106864"/>
                    <a:pt x="177323" y="126450"/>
                  </a:cubicBezTo>
                  <a:lnTo>
                    <a:pt x="177323" y="171495"/>
                  </a:lnTo>
                  <a:lnTo>
                    <a:pt x="177323" y="171495"/>
                  </a:lnTo>
                  <a:close/>
                </a:path>
              </a:pathLst>
            </a:custGeom>
            <a:grpFill/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C8D9350D-31F3-4332-0F22-2FBBA725F1D8}"/>
                </a:ext>
              </a:extLst>
            </p:cNvPr>
            <p:cNvSpPr/>
            <p:nvPr/>
          </p:nvSpPr>
          <p:spPr>
            <a:xfrm>
              <a:off x="205927" y="5780835"/>
              <a:ext cx="198112" cy="198123"/>
            </a:xfrm>
            <a:custGeom>
              <a:avLst/>
              <a:gdLst>
                <a:gd name="connsiteX0" fmla="*/ 169099 w 198112"/>
                <a:gd name="connsiteY0" fmla="*/ 29014 h 198123"/>
                <a:gd name="connsiteX1" fmla="*/ 99056 w 198112"/>
                <a:gd name="connsiteY1" fmla="*/ 0 h 198123"/>
                <a:gd name="connsiteX2" fmla="*/ 99056 w 198112"/>
                <a:gd name="connsiteY2" fmla="*/ 0 h 198123"/>
                <a:gd name="connsiteX3" fmla="*/ 29014 w 198112"/>
                <a:gd name="connsiteY3" fmla="*/ 29014 h 198123"/>
                <a:gd name="connsiteX4" fmla="*/ 0 w 198112"/>
                <a:gd name="connsiteY4" fmla="*/ 99056 h 198123"/>
                <a:gd name="connsiteX5" fmla="*/ 29014 w 198112"/>
                <a:gd name="connsiteY5" fmla="*/ 169110 h 198123"/>
                <a:gd name="connsiteX6" fmla="*/ 99056 w 198112"/>
                <a:gd name="connsiteY6" fmla="*/ 198124 h 198123"/>
                <a:gd name="connsiteX7" fmla="*/ 169099 w 198112"/>
                <a:gd name="connsiteY7" fmla="*/ 169110 h 198123"/>
                <a:gd name="connsiteX8" fmla="*/ 198113 w 198112"/>
                <a:gd name="connsiteY8" fmla="*/ 99056 h 198123"/>
                <a:gd name="connsiteX9" fmla="*/ 169099 w 198112"/>
                <a:gd name="connsiteY9" fmla="*/ 29014 h 198123"/>
                <a:gd name="connsiteX10" fmla="*/ 175568 w 198112"/>
                <a:gd name="connsiteY10" fmla="*/ 141356 h 198123"/>
                <a:gd name="connsiteX11" fmla="*/ 146576 w 198112"/>
                <a:gd name="connsiteY11" fmla="*/ 141356 h 198123"/>
                <a:gd name="connsiteX12" fmla="*/ 153349 w 198112"/>
                <a:gd name="connsiteY12" fmla="*/ 104861 h 198123"/>
                <a:gd name="connsiteX13" fmla="*/ 186311 w 198112"/>
                <a:gd name="connsiteY13" fmla="*/ 104861 h 198123"/>
                <a:gd name="connsiteX14" fmla="*/ 175568 w 198112"/>
                <a:gd name="connsiteY14" fmla="*/ 141356 h 198123"/>
                <a:gd name="connsiteX15" fmla="*/ 99056 w 198112"/>
                <a:gd name="connsiteY15" fmla="*/ 185648 h 198123"/>
                <a:gd name="connsiteX16" fmla="*/ 69086 w 198112"/>
                <a:gd name="connsiteY16" fmla="*/ 152966 h 198123"/>
                <a:gd name="connsiteX17" fmla="*/ 129026 w 198112"/>
                <a:gd name="connsiteY17" fmla="*/ 152966 h 198123"/>
                <a:gd name="connsiteX18" fmla="*/ 99056 w 198112"/>
                <a:gd name="connsiteY18" fmla="*/ 185648 h 198123"/>
                <a:gd name="connsiteX19" fmla="*/ 63832 w 198112"/>
                <a:gd name="connsiteY19" fmla="*/ 141356 h 198123"/>
                <a:gd name="connsiteX20" fmla="*/ 56385 w 198112"/>
                <a:gd name="connsiteY20" fmla="*/ 104861 h 198123"/>
                <a:gd name="connsiteX21" fmla="*/ 141727 w 198112"/>
                <a:gd name="connsiteY21" fmla="*/ 104861 h 198123"/>
                <a:gd name="connsiteX22" fmla="*/ 134269 w 198112"/>
                <a:gd name="connsiteY22" fmla="*/ 141356 h 198123"/>
                <a:gd name="connsiteX23" fmla="*/ 63832 w 198112"/>
                <a:gd name="connsiteY23" fmla="*/ 141356 h 198123"/>
                <a:gd name="connsiteX24" fmla="*/ 11801 w 198112"/>
                <a:gd name="connsiteY24" fmla="*/ 104861 h 198123"/>
                <a:gd name="connsiteX25" fmla="*/ 44764 w 198112"/>
                <a:gd name="connsiteY25" fmla="*/ 104861 h 198123"/>
                <a:gd name="connsiteX26" fmla="*/ 51536 w 198112"/>
                <a:gd name="connsiteY26" fmla="*/ 141356 h 198123"/>
                <a:gd name="connsiteX27" fmla="*/ 22534 w 198112"/>
                <a:gd name="connsiteY27" fmla="*/ 141356 h 198123"/>
                <a:gd name="connsiteX28" fmla="*/ 11801 w 198112"/>
                <a:gd name="connsiteY28" fmla="*/ 104861 h 198123"/>
                <a:gd name="connsiteX29" fmla="*/ 22534 w 198112"/>
                <a:gd name="connsiteY29" fmla="*/ 56756 h 198123"/>
                <a:gd name="connsiteX30" fmla="*/ 51536 w 198112"/>
                <a:gd name="connsiteY30" fmla="*/ 56756 h 198123"/>
                <a:gd name="connsiteX31" fmla="*/ 44764 w 198112"/>
                <a:gd name="connsiteY31" fmla="*/ 93251 h 198123"/>
                <a:gd name="connsiteX32" fmla="*/ 11801 w 198112"/>
                <a:gd name="connsiteY32" fmla="*/ 93251 h 198123"/>
                <a:gd name="connsiteX33" fmla="*/ 22534 w 198112"/>
                <a:gd name="connsiteY33" fmla="*/ 56756 h 198123"/>
                <a:gd name="connsiteX34" fmla="*/ 99056 w 198112"/>
                <a:gd name="connsiteY34" fmla="*/ 12465 h 198123"/>
                <a:gd name="connsiteX35" fmla="*/ 129026 w 198112"/>
                <a:gd name="connsiteY35" fmla="*/ 45146 h 198123"/>
                <a:gd name="connsiteX36" fmla="*/ 69086 w 198112"/>
                <a:gd name="connsiteY36" fmla="*/ 45146 h 198123"/>
                <a:gd name="connsiteX37" fmla="*/ 99056 w 198112"/>
                <a:gd name="connsiteY37" fmla="*/ 12465 h 198123"/>
                <a:gd name="connsiteX38" fmla="*/ 134269 w 198112"/>
                <a:gd name="connsiteY38" fmla="*/ 56756 h 198123"/>
                <a:gd name="connsiteX39" fmla="*/ 141727 w 198112"/>
                <a:gd name="connsiteY39" fmla="*/ 93251 h 198123"/>
                <a:gd name="connsiteX40" fmla="*/ 56385 w 198112"/>
                <a:gd name="connsiteY40" fmla="*/ 93251 h 198123"/>
                <a:gd name="connsiteX41" fmla="*/ 63832 w 198112"/>
                <a:gd name="connsiteY41" fmla="*/ 56756 h 198123"/>
                <a:gd name="connsiteX42" fmla="*/ 134269 w 198112"/>
                <a:gd name="connsiteY42" fmla="*/ 56756 h 198123"/>
                <a:gd name="connsiteX43" fmla="*/ 186311 w 198112"/>
                <a:gd name="connsiteY43" fmla="*/ 93251 h 198123"/>
                <a:gd name="connsiteX44" fmla="*/ 153349 w 198112"/>
                <a:gd name="connsiteY44" fmla="*/ 93251 h 198123"/>
                <a:gd name="connsiteX45" fmla="*/ 146576 w 198112"/>
                <a:gd name="connsiteY45" fmla="*/ 56756 h 198123"/>
                <a:gd name="connsiteX46" fmla="*/ 175568 w 198112"/>
                <a:gd name="connsiteY46" fmla="*/ 56756 h 198123"/>
                <a:gd name="connsiteX47" fmla="*/ 186311 w 198112"/>
                <a:gd name="connsiteY47" fmla="*/ 93251 h 198123"/>
                <a:gd name="connsiteX48" fmla="*/ 141930 w 198112"/>
                <a:gd name="connsiteY48" fmla="*/ 45146 h 198123"/>
                <a:gd name="connsiteX49" fmla="*/ 120262 w 198112"/>
                <a:gd name="connsiteY49" fmla="*/ 14209 h 198123"/>
                <a:gd name="connsiteX50" fmla="*/ 167873 w 198112"/>
                <a:gd name="connsiteY50" fmla="*/ 45146 h 198123"/>
                <a:gd name="connsiteX51" fmla="*/ 141930 w 198112"/>
                <a:gd name="connsiteY51" fmla="*/ 45146 h 198123"/>
                <a:gd name="connsiteX52" fmla="*/ 77850 w 198112"/>
                <a:gd name="connsiteY52" fmla="*/ 14209 h 198123"/>
                <a:gd name="connsiteX53" fmla="*/ 56183 w 198112"/>
                <a:gd name="connsiteY53" fmla="*/ 45146 h 198123"/>
                <a:gd name="connsiteX54" fmla="*/ 30240 w 198112"/>
                <a:gd name="connsiteY54" fmla="*/ 45146 h 198123"/>
                <a:gd name="connsiteX55" fmla="*/ 77850 w 198112"/>
                <a:gd name="connsiteY55" fmla="*/ 14209 h 198123"/>
                <a:gd name="connsiteX56" fmla="*/ 56183 w 198112"/>
                <a:gd name="connsiteY56" fmla="*/ 152966 h 198123"/>
                <a:gd name="connsiteX57" fmla="*/ 77850 w 198112"/>
                <a:gd name="connsiteY57" fmla="*/ 183904 h 198123"/>
                <a:gd name="connsiteX58" fmla="*/ 30240 w 198112"/>
                <a:gd name="connsiteY58" fmla="*/ 152966 h 198123"/>
                <a:gd name="connsiteX59" fmla="*/ 56183 w 198112"/>
                <a:gd name="connsiteY59" fmla="*/ 152966 h 198123"/>
                <a:gd name="connsiteX60" fmla="*/ 120262 w 198112"/>
                <a:gd name="connsiteY60" fmla="*/ 183904 h 198123"/>
                <a:gd name="connsiteX61" fmla="*/ 141930 w 198112"/>
                <a:gd name="connsiteY61" fmla="*/ 152966 h 198123"/>
                <a:gd name="connsiteX62" fmla="*/ 167873 w 198112"/>
                <a:gd name="connsiteY62" fmla="*/ 152966 h 198123"/>
                <a:gd name="connsiteX63" fmla="*/ 120262 w 198112"/>
                <a:gd name="connsiteY63" fmla="*/ 183904 h 19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98112" h="198123">
                  <a:moveTo>
                    <a:pt x="169099" y="29014"/>
                  </a:moveTo>
                  <a:cubicBezTo>
                    <a:pt x="150390" y="10305"/>
                    <a:pt x="125516" y="0"/>
                    <a:pt x="99056" y="0"/>
                  </a:cubicBezTo>
                  <a:lnTo>
                    <a:pt x="99056" y="0"/>
                  </a:lnTo>
                  <a:cubicBezTo>
                    <a:pt x="72596" y="0"/>
                    <a:pt x="47722" y="10305"/>
                    <a:pt x="29014" y="29014"/>
                  </a:cubicBezTo>
                  <a:cubicBezTo>
                    <a:pt x="10294" y="47722"/>
                    <a:pt x="0" y="72596"/>
                    <a:pt x="0" y="99056"/>
                  </a:cubicBezTo>
                  <a:cubicBezTo>
                    <a:pt x="0" y="125516"/>
                    <a:pt x="10294" y="150390"/>
                    <a:pt x="29014" y="169110"/>
                  </a:cubicBezTo>
                  <a:cubicBezTo>
                    <a:pt x="47722" y="187819"/>
                    <a:pt x="72596" y="198124"/>
                    <a:pt x="99056" y="198124"/>
                  </a:cubicBezTo>
                  <a:cubicBezTo>
                    <a:pt x="125516" y="198124"/>
                    <a:pt x="150390" y="187819"/>
                    <a:pt x="169099" y="169110"/>
                  </a:cubicBezTo>
                  <a:cubicBezTo>
                    <a:pt x="187808" y="150390"/>
                    <a:pt x="198113" y="125516"/>
                    <a:pt x="198113" y="99056"/>
                  </a:cubicBezTo>
                  <a:cubicBezTo>
                    <a:pt x="198113" y="72596"/>
                    <a:pt x="187808" y="47722"/>
                    <a:pt x="169099" y="29014"/>
                  </a:cubicBezTo>
                  <a:close/>
                  <a:moveTo>
                    <a:pt x="175568" y="141356"/>
                  </a:moveTo>
                  <a:lnTo>
                    <a:pt x="146576" y="141356"/>
                  </a:lnTo>
                  <a:cubicBezTo>
                    <a:pt x="150469" y="129983"/>
                    <a:pt x="152809" y="117653"/>
                    <a:pt x="153349" y="104861"/>
                  </a:cubicBezTo>
                  <a:lnTo>
                    <a:pt x="186311" y="104861"/>
                  </a:lnTo>
                  <a:cubicBezTo>
                    <a:pt x="185445" y="118035"/>
                    <a:pt x="181642" y="130410"/>
                    <a:pt x="175568" y="141356"/>
                  </a:cubicBezTo>
                  <a:close/>
                  <a:moveTo>
                    <a:pt x="99056" y="185648"/>
                  </a:moveTo>
                  <a:cubicBezTo>
                    <a:pt x="86704" y="178301"/>
                    <a:pt x="76455" y="166905"/>
                    <a:pt x="69086" y="152966"/>
                  </a:cubicBezTo>
                  <a:lnTo>
                    <a:pt x="129026" y="152966"/>
                  </a:lnTo>
                  <a:cubicBezTo>
                    <a:pt x="121657" y="166905"/>
                    <a:pt x="111409" y="178301"/>
                    <a:pt x="99056" y="185648"/>
                  </a:cubicBezTo>
                  <a:close/>
                  <a:moveTo>
                    <a:pt x="63832" y="141356"/>
                  </a:moveTo>
                  <a:cubicBezTo>
                    <a:pt x="59569" y="130163"/>
                    <a:pt x="56981" y="117799"/>
                    <a:pt x="56385" y="104861"/>
                  </a:cubicBezTo>
                  <a:lnTo>
                    <a:pt x="141727" y="104861"/>
                  </a:lnTo>
                  <a:cubicBezTo>
                    <a:pt x="141131" y="117799"/>
                    <a:pt x="138544" y="130163"/>
                    <a:pt x="134269" y="141356"/>
                  </a:cubicBezTo>
                  <a:lnTo>
                    <a:pt x="63832" y="141356"/>
                  </a:lnTo>
                  <a:close/>
                  <a:moveTo>
                    <a:pt x="11801" y="104861"/>
                  </a:moveTo>
                  <a:lnTo>
                    <a:pt x="44764" y="104861"/>
                  </a:lnTo>
                  <a:cubicBezTo>
                    <a:pt x="45304" y="117653"/>
                    <a:pt x="47644" y="129983"/>
                    <a:pt x="51536" y="141356"/>
                  </a:cubicBezTo>
                  <a:lnTo>
                    <a:pt x="22534" y="141356"/>
                  </a:lnTo>
                  <a:cubicBezTo>
                    <a:pt x="16459" y="130410"/>
                    <a:pt x="12667" y="118035"/>
                    <a:pt x="11801" y="104861"/>
                  </a:cubicBezTo>
                  <a:close/>
                  <a:moveTo>
                    <a:pt x="22534" y="56756"/>
                  </a:moveTo>
                  <a:lnTo>
                    <a:pt x="51536" y="56756"/>
                  </a:lnTo>
                  <a:cubicBezTo>
                    <a:pt x="47644" y="68141"/>
                    <a:pt x="45304" y="80460"/>
                    <a:pt x="44764" y="93251"/>
                  </a:cubicBezTo>
                  <a:lnTo>
                    <a:pt x="11801" y="93251"/>
                  </a:lnTo>
                  <a:cubicBezTo>
                    <a:pt x="12667" y="80089"/>
                    <a:pt x="16459" y="67703"/>
                    <a:pt x="22534" y="56756"/>
                  </a:cubicBezTo>
                  <a:close/>
                  <a:moveTo>
                    <a:pt x="99056" y="12465"/>
                  </a:moveTo>
                  <a:cubicBezTo>
                    <a:pt x="111409" y="19823"/>
                    <a:pt x="121657" y="31219"/>
                    <a:pt x="129026" y="45146"/>
                  </a:cubicBezTo>
                  <a:lnTo>
                    <a:pt x="69086" y="45146"/>
                  </a:lnTo>
                  <a:cubicBezTo>
                    <a:pt x="76455" y="31219"/>
                    <a:pt x="86704" y="19823"/>
                    <a:pt x="99056" y="12465"/>
                  </a:cubicBezTo>
                  <a:close/>
                  <a:moveTo>
                    <a:pt x="134269" y="56756"/>
                  </a:moveTo>
                  <a:cubicBezTo>
                    <a:pt x="138544" y="67961"/>
                    <a:pt x="141131" y="80325"/>
                    <a:pt x="141727" y="93251"/>
                  </a:cubicBezTo>
                  <a:lnTo>
                    <a:pt x="56385" y="93251"/>
                  </a:lnTo>
                  <a:cubicBezTo>
                    <a:pt x="56981" y="80325"/>
                    <a:pt x="59569" y="67961"/>
                    <a:pt x="63832" y="56756"/>
                  </a:cubicBezTo>
                  <a:lnTo>
                    <a:pt x="134269" y="56756"/>
                  </a:lnTo>
                  <a:close/>
                  <a:moveTo>
                    <a:pt x="186311" y="93251"/>
                  </a:moveTo>
                  <a:lnTo>
                    <a:pt x="153349" y="93251"/>
                  </a:lnTo>
                  <a:cubicBezTo>
                    <a:pt x="152809" y="80460"/>
                    <a:pt x="150469" y="68141"/>
                    <a:pt x="146576" y="56756"/>
                  </a:cubicBezTo>
                  <a:lnTo>
                    <a:pt x="175568" y="56756"/>
                  </a:lnTo>
                  <a:cubicBezTo>
                    <a:pt x="181642" y="67703"/>
                    <a:pt x="185445" y="80089"/>
                    <a:pt x="186311" y="93251"/>
                  </a:cubicBezTo>
                  <a:close/>
                  <a:moveTo>
                    <a:pt x="141930" y="45146"/>
                  </a:moveTo>
                  <a:cubicBezTo>
                    <a:pt x="136418" y="33233"/>
                    <a:pt x="129071" y="22703"/>
                    <a:pt x="120262" y="14209"/>
                  </a:cubicBezTo>
                  <a:cubicBezTo>
                    <a:pt x="139388" y="19001"/>
                    <a:pt x="156049" y="30094"/>
                    <a:pt x="167873" y="45146"/>
                  </a:cubicBezTo>
                  <a:lnTo>
                    <a:pt x="141930" y="45146"/>
                  </a:lnTo>
                  <a:close/>
                  <a:moveTo>
                    <a:pt x="77850" y="14209"/>
                  </a:moveTo>
                  <a:cubicBezTo>
                    <a:pt x="69041" y="22703"/>
                    <a:pt x="61695" y="33233"/>
                    <a:pt x="56183" y="45146"/>
                  </a:cubicBezTo>
                  <a:lnTo>
                    <a:pt x="30240" y="45146"/>
                  </a:lnTo>
                  <a:cubicBezTo>
                    <a:pt x="42064" y="30094"/>
                    <a:pt x="58725" y="19001"/>
                    <a:pt x="77850" y="14209"/>
                  </a:cubicBezTo>
                  <a:close/>
                  <a:moveTo>
                    <a:pt x="56183" y="152966"/>
                  </a:moveTo>
                  <a:cubicBezTo>
                    <a:pt x="61695" y="164880"/>
                    <a:pt x="69041" y="175410"/>
                    <a:pt x="77850" y="183904"/>
                  </a:cubicBezTo>
                  <a:cubicBezTo>
                    <a:pt x="58725" y="179123"/>
                    <a:pt x="42064" y="168030"/>
                    <a:pt x="30240" y="152966"/>
                  </a:cubicBezTo>
                  <a:lnTo>
                    <a:pt x="56183" y="152966"/>
                  </a:lnTo>
                  <a:close/>
                  <a:moveTo>
                    <a:pt x="120262" y="183904"/>
                  </a:moveTo>
                  <a:cubicBezTo>
                    <a:pt x="129071" y="175410"/>
                    <a:pt x="136418" y="164880"/>
                    <a:pt x="141930" y="152966"/>
                  </a:cubicBezTo>
                  <a:lnTo>
                    <a:pt x="167873" y="152966"/>
                  </a:lnTo>
                  <a:cubicBezTo>
                    <a:pt x="156049" y="168030"/>
                    <a:pt x="139388" y="179123"/>
                    <a:pt x="120262" y="183904"/>
                  </a:cubicBezTo>
                  <a:close/>
                </a:path>
              </a:pathLst>
            </a:custGeom>
            <a:grpFill/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A80E9E14-92BE-1FEA-7D08-E4868318DA80}"/>
              </a:ext>
            </a:extLst>
          </p:cNvPr>
          <p:cNvSpPr/>
          <p:nvPr/>
        </p:nvSpPr>
        <p:spPr>
          <a:xfrm>
            <a:off x="912300" y="522561"/>
            <a:ext cx="2168856" cy="978748"/>
          </a:xfrm>
          <a:prstGeom prst="roundRect">
            <a:avLst>
              <a:gd name="adj" fmla="val 5421"/>
            </a:avLst>
          </a:prstGeom>
          <a:gradFill flip="none" rotWithShape="1">
            <a:gsLst>
              <a:gs pos="0">
                <a:srgbClr val="000E26"/>
              </a:gs>
              <a:gs pos="100000">
                <a:srgbClr val="007D73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7E96F583-D346-0215-AE76-1CC969DB83B4}"/>
              </a:ext>
            </a:extLst>
          </p:cNvPr>
          <p:cNvSpPr/>
          <p:nvPr/>
        </p:nvSpPr>
        <p:spPr>
          <a:xfrm>
            <a:off x="1076331" y="857069"/>
            <a:ext cx="365760" cy="365771"/>
          </a:xfrm>
          <a:custGeom>
            <a:avLst/>
            <a:gdLst>
              <a:gd name="connsiteX0" fmla="*/ 182880 w 365760"/>
              <a:gd name="connsiteY0" fmla="*/ 0 h 365771"/>
              <a:gd name="connsiteX1" fmla="*/ 365760 w 365760"/>
              <a:gd name="connsiteY1" fmla="*/ 182891 h 365771"/>
              <a:gd name="connsiteX2" fmla="*/ 182880 w 365760"/>
              <a:gd name="connsiteY2" fmla="*/ 365771 h 365771"/>
              <a:gd name="connsiteX3" fmla="*/ 0 w 365760"/>
              <a:gd name="connsiteY3" fmla="*/ 182891 h 365771"/>
              <a:gd name="connsiteX4" fmla="*/ 182880 w 365760"/>
              <a:gd name="connsiteY4" fmla="*/ 0 h 36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365771">
                <a:moveTo>
                  <a:pt x="182880" y="0"/>
                </a:moveTo>
                <a:cubicBezTo>
                  <a:pt x="283883" y="0"/>
                  <a:pt x="365760" y="81889"/>
                  <a:pt x="365760" y="182891"/>
                </a:cubicBezTo>
                <a:cubicBezTo>
                  <a:pt x="365760" y="283894"/>
                  <a:pt x="283883" y="365771"/>
                  <a:pt x="182880" y="365771"/>
                </a:cubicBezTo>
                <a:cubicBezTo>
                  <a:pt x="81878" y="365771"/>
                  <a:pt x="0" y="283894"/>
                  <a:pt x="0" y="182891"/>
                </a:cubicBezTo>
                <a:cubicBezTo>
                  <a:pt x="0" y="81889"/>
                  <a:pt x="81878" y="0"/>
                  <a:pt x="182880" y="0"/>
                </a:cubicBezTo>
                <a:close/>
              </a:path>
            </a:pathLst>
          </a:custGeom>
          <a:solidFill>
            <a:srgbClr val="870FFC">
              <a:alpha val="15000"/>
            </a:srgb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506B1DC9-3189-99FF-7D51-A8413452C80F}"/>
              </a:ext>
            </a:extLst>
          </p:cNvPr>
          <p:cNvSpPr/>
          <p:nvPr/>
        </p:nvSpPr>
        <p:spPr>
          <a:xfrm>
            <a:off x="1183010" y="963758"/>
            <a:ext cx="152401" cy="152392"/>
          </a:xfrm>
          <a:custGeom>
            <a:avLst/>
            <a:gdLst>
              <a:gd name="connsiteX0" fmla="*/ 97045 w 152401"/>
              <a:gd name="connsiteY0" fmla="*/ 34504 h 152392"/>
              <a:gd name="connsiteX1" fmla="*/ 113526 w 152401"/>
              <a:gd name="connsiteY1" fmla="*/ 10339 h 152392"/>
              <a:gd name="connsiteX2" fmla="*/ 114280 w 152401"/>
              <a:gd name="connsiteY2" fmla="*/ 7144 h 152392"/>
              <a:gd name="connsiteX3" fmla="*/ 107159 w 152401"/>
              <a:gd name="connsiteY3" fmla="*/ 0 h 152392"/>
              <a:gd name="connsiteX4" fmla="*/ 45250 w 152401"/>
              <a:gd name="connsiteY4" fmla="*/ 0 h 152392"/>
              <a:gd name="connsiteX5" fmla="*/ 45250 w 152401"/>
              <a:gd name="connsiteY5" fmla="*/ 0 h 152392"/>
              <a:gd name="connsiteX6" fmla="*/ 38106 w 152401"/>
              <a:gd name="connsiteY6" fmla="*/ 7144 h 152392"/>
              <a:gd name="connsiteX7" fmla="*/ 38860 w 152401"/>
              <a:gd name="connsiteY7" fmla="*/ 10339 h 152392"/>
              <a:gd name="connsiteX8" fmla="*/ 55364 w 152401"/>
              <a:gd name="connsiteY8" fmla="*/ 34504 h 152392"/>
              <a:gd name="connsiteX9" fmla="*/ 25 w 152401"/>
              <a:gd name="connsiteY9" fmla="*/ 122625 h 152392"/>
              <a:gd name="connsiteX10" fmla="*/ 32672 w 152401"/>
              <a:gd name="connsiteY10" fmla="*/ 152392 h 152392"/>
              <a:gd name="connsiteX11" fmla="*/ 119736 w 152401"/>
              <a:gd name="connsiteY11" fmla="*/ 152392 h 152392"/>
              <a:gd name="connsiteX12" fmla="*/ 152384 w 152401"/>
              <a:gd name="connsiteY12" fmla="*/ 122625 h 152392"/>
              <a:gd name="connsiteX13" fmla="*/ 97045 w 152401"/>
              <a:gd name="connsiteY13" fmla="*/ 34504 h 152392"/>
              <a:gd name="connsiteX14" fmla="*/ 93557 w 152401"/>
              <a:gd name="connsiteY14" fmla="*/ 14287 h 152392"/>
              <a:gd name="connsiteX15" fmla="*/ 82172 w 152401"/>
              <a:gd name="connsiteY15" fmla="*/ 30960 h 152392"/>
              <a:gd name="connsiteX16" fmla="*/ 70236 w 152401"/>
              <a:gd name="connsiteY16" fmla="*/ 30960 h 152392"/>
              <a:gd name="connsiteX17" fmla="*/ 58862 w 152401"/>
              <a:gd name="connsiteY17" fmla="*/ 14287 h 152392"/>
              <a:gd name="connsiteX18" fmla="*/ 93557 w 152401"/>
              <a:gd name="connsiteY18" fmla="*/ 14287 h 152392"/>
              <a:gd name="connsiteX19" fmla="*/ 138096 w 152401"/>
              <a:gd name="connsiteY19" fmla="*/ 122625 h 152392"/>
              <a:gd name="connsiteX20" fmla="*/ 119736 w 152401"/>
              <a:gd name="connsiteY20" fmla="*/ 138105 h 152392"/>
              <a:gd name="connsiteX21" fmla="*/ 32672 w 152401"/>
              <a:gd name="connsiteY21" fmla="*/ 138105 h 152392"/>
              <a:gd name="connsiteX22" fmla="*/ 14324 w 152401"/>
              <a:gd name="connsiteY22" fmla="*/ 122625 h 152392"/>
              <a:gd name="connsiteX23" fmla="*/ 65196 w 152401"/>
              <a:gd name="connsiteY23" fmla="*/ 45236 h 152392"/>
              <a:gd name="connsiteX24" fmla="*/ 87246 w 152401"/>
              <a:gd name="connsiteY24" fmla="*/ 45236 h 152392"/>
              <a:gd name="connsiteX25" fmla="*/ 138096 w 152401"/>
              <a:gd name="connsiteY25" fmla="*/ 122625 h 152392"/>
              <a:gd name="connsiteX26" fmla="*/ 138096 w 152401"/>
              <a:gd name="connsiteY26" fmla="*/ 122625 h 152392"/>
              <a:gd name="connsiteX27" fmla="*/ 85019 w 152401"/>
              <a:gd name="connsiteY27" fmla="*/ 92486 h 152392"/>
              <a:gd name="connsiteX28" fmla="*/ 70427 w 152401"/>
              <a:gd name="connsiteY28" fmla="*/ 88166 h 152392"/>
              <a:gd name="connsiteX29" fmla="*/ 67581 w 152401"/>
              <a:gd name="connsiteY29" fmla="*/ 84094 h 152392"/>
              <a:gd name="connsiteX30" fmla="*/ 71406 w 152401"/>
              <a:gd name="connsiteY30" fmla="*/ 79864 h 152392"/>
              <a:gd name="connsiteX31" fmla="*/ 80507 w 152401"/>
              <a:gd name="connsiteY31" fmla="*/ 79864 h 152392"/>
              <a:gd name="connsiteX32" fmla="*/ 84659 w 152401"/>
              <a:gd name="connsiteY32" fmla="*/ 81056 h 152392"/>
              <a:gd name="connsiteX33" fmla="*/ 86155 w 152401"/>
              <a:gd name="connsiteY33" fmla="*/ 81517 h 152392"/>
              <a:gd name="connsiteX34" fmla="*/ 87932 w 152401"/>
              <a:gd name="connsiteY34" fmla="*/ 80831 h 152392"/>
              <a:gd name="connsiteX35" fmla="*/ 91724 w 152401"/>
              <a:gd name="connsiteY35" fmla="*/ 77209 h 152392"/>
              <a:gd name="connsiteX36" fmla="*/ 92522 w 152401"/>
              <a:gd name="connsiteY36" fmla="*/ 75352 h 152392"/>
              <a:gd name="connsiteX37" fmla="*/ 91532 w 152401"/>
              <a:gd name="connsiteY37" fmla="*/ 73339 h 152392"/>
              <a:gd name="connsiteX38" fmla="*/ 81351 w 152401"/>
              <a:gd name="connsiteY38" fmla="*/ 69716 h 152392"/>
              <a:gd name="connsiteX39" fmla="*/ 81351 w 152401"/>
              <a:gd name="connsiteY39" fmla="*/ 64474 h 152392"/>
              <a:gd name="connsiteX40" fmla="*/ 78775 w 152401"/>
              <a:gd name="connsiteY40" fmla="*/ 61909 h 152392"/>
              <a:gd name="connsiteX41" fmla="*/ 78764 w 152401"/>
              <a:gd name="connsiteY41" fmla="*/ 61909 h 152392"/>
              <a:gd name="connsiteX42" fmla="*/ 73577 w 152401"/>
              <a:gd name="connsiteY42" fmla="*/ 61909 h 152392"/>
              <a:gd name="connsiteX43" fmla="*/ 73577 w 152401"/>
              <a:gd name="connsiteY43" fmla="*/ 61909 h 152392"/>
              <a:gd name="connsiteX44" fmla="*/ 70990 w 152401"/>
              <a:gd name="connsiteY44" fmla="*/ 64474 h 152392"/>
              <a:gd name="connsiteX45" fmla="*/ 70990 w 152401"/>
              <a:gd name="connsiteY45" fmla="*/ 69671 h 152392"/>
              <a:gd name="connsiteX46" fmla="*/ 57152 w 152401"/>
              <a:gd name="connsiteY46" fmla="*/ 84128 h 152392"/>
              <a:gd name="connsiteX47" fmla="*/ 67390 w 152401"/>
              <a:gd name="connsiteY47" fmla="*/ 98033 h 152392"/>
              <a:gd name="connsiteX48" fmla="*/ 81981 w 152401"/>
              <a:gd name="connsiteY48" fmla="*/ 102364 h 152392"/>
              <a:gd name="connsiteX49" fmla="*/ 84827 w 152401"/>
              <a:gd name="connsiteY49" fmla="*/ 106436 h 152392"/>
              <a:gd name="connsiteX50" fmla="*/ 81002 w 152401"/>
              <a:gd name="connsiteY50" fmla="*/ 110666 h 152392"/>
              <a:gd name="connsiteX51" fmla="*/ 71890 w 152401"/>
              <a:gd name="connsiteY51" fmla="*/ 110666 h 152392"/>
              <a:gd name="connsiteX52" fmla="*/ 67750 w 152401"/>
              <a:gd name="connsiteY52" fmla="*/ 109474 h 152392"/>
              <a:gd name="connsiteX53" fmla="*/ 66254 w 152401"/>
              <a:gd name="connsiteY53" fmla="*/ 109013 h 152392"/>
              <a:gd name="connsiteX54" fmla="*/ 64476 w 152401"/>
              <a:gd name="connsiteY54" fmla="*/ 109699 h 152392"/>
              <a:gd name="connsiteX55" fmla="*/ 60651 w 152401"/>
              <a:gd name="connsiteY55" fmla="*/ 113287 h 152392"/>
              <a:gd name="connsiteX56" fmla="*/ 59852 w 152401"/>
              <a:gd name="connsiteY56" fmla="*/ 115144 h 152392"/>
              <a:gd name="connsiteX57" fmla="*/ 60842 w 152401"/>
              <a:gd name="connsiteY57" fmla="*/ 117158 h 152392"/>
              <a:gd name="connsiteX58" fmla="*/ 71024 w 152401"/>
              <a:gd name="connsiteY58" fmla="*/ 120780 h 152392"/>
              <a:gd name="connsiteX59" fmla="*/ 71024 w 152401"/>
              <a:gd name="connsiteY59" fmla="*/ 126000 h 152392"/>
              <a:gd name="connsiteX60" fmla="*/ 73600 w 152401"/>
              <a:gd name="connsiteY60" fmla="*/ 128565 h 152392"/>
              <a:gd name="connsiteX61" fmla="*/ 73611 w 152401"/>
              <a:gd name="connsiteY61" fmla="*/ 128565 h 152392"/>
              <a:gd name="connsiteX62" fmla="*/ 78797 w 152401"/>
              <a:gd name="connsiteY62" fmla="*/ 128565 h 152392"/>
              <a:gd name="connsiteX63" fmla="*/ 78797 w 152401"/>
              <a:gd name="connsiteY63" fmla="*/ 128565 h 152392"/>
              <a:gd name="connsiteX64" fmla="*/ 81385 w 152401"/>
              <a:gd name="connsiteY64" fmla="*/ 126000 h 152392"/>
              <a:gd name="connsiteX65" fmla="*/ 81385 w 152401"/>
              <a:gd name="connsiteY65" fmla="*/ 120847 h 152392"/>
              <a:gd name="connsiteX66" fmla="*/ 95256 w 152401"/>
              <a:gd name="connsiteY66" fmla="*/ 106391 h 152392"/>
              <a:gd name="connsiteX67" fmla="*/ 85019 w 152401"/>
              <a:gd name="connsiteY67" fmla="*/ 92486 h 152392"/>
              <a:gd name="connsiteX68" fmla="*/ 85019 w 152401"/>
              <a:gd name="connsiteY68" fmla="*/ 92486 h 15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152401" h="152392">
                <a:moveTo>
                  <a:pt x="97045" y="34504"/>
                </a:moveTo>
                <a:lnTo>
                  <a:pt x="113526" y="10339"/>
                </a:lnTo>
                <a:cubicBezTo>
                  <a:pt x="114032" y="9349"/>
                  <a:pt x="114280" y="8246"/>
                  <a:pt x="114280" y="7144"/>
                </a:cubicBezTo>
                <a:cubicBezTo>
                  <a:pt x="114280" y="3206"/>
                  <a:pt x="111096" y="11"/>
                  <a:pt x="107159" y="0"/>
                </a:cubicBezTo>
                <a:lnTo>
                  <a:pt x="45250" y="0"/>
                </a:lnTo>
                <a:cubicBezTo>
                  <a:pt x="45250" y="0"/>
                  <a:pt x="45250" y="0"/>
                  <a:pt x="45250" y="0"/>
                </a:cubicBezTo>
                <a:cubicBezTo>
                  <a:pt x="41301" y="0"/>
                  <a:pt x="38106" y="3195"/>
                  <a:pt x="38106" y="7144"/>
                </a:cubicBezTo>
                <a:cubicBezTo>
                  <a:pt x="38106" y="8246"/>
                  <a:pt x="38365" y="9349"/>
                  <a:pt x="38860" y="10339"/>
                </a:cubicBezTo>
                <a:lnTo>
                  <a:pt x="55364" y="34504"/>
                </a:lnTo>
                <a:cubicBezTo>
                  <a:pt x="-2923" y="70144"/>
                  <a:pt x="25" y="116696"/>
                  <a:pt x="25" y="122625"/>
                </a:cubicBezTo>
                <a:cubicBezTo>
                  <a:pt x="25" y="139073"/>
                  <a:pt x="14650" y="152392"/>
                  <a:pt x="32672" y="152392"/>
                </a:cubicBezTo>
                <a:lnTo>
                  <a:pt x="119736" y="152392"/>
                </a:lnTo>
                <a:cubicBezTo>
                  <a:pt x="137770" y="152392"/>
                  <a:pt x="152384" y="139073"/>
                  <a:pt x="152384" y="122625"/>
                </a:cubicBezTo>
                <a:cubicBezTo>
                  <a:pt x="152384" y="116797"/>
                  <a:pt x="155005" y="69941"/>
                  <a:pt x="97045" y="34504"/>
                </a:cubicBezTo>
                <a:close/>
                <a:moveTo>
                  <a:pt x="93557" y="14287"/>
                </a:moveTo>
                <a:lnTo>
                  <a:pt x="82172" y="30960"/>
                </a:lnTo>
                <a:lnTo>
                  <a:pt x="70236" y="30960"/>
                </a:lnTo>
                <a:lnTo>
                  <a:pt x="58862" y="14287"/>
                </a:lnTo>
                <a:lnTo>
                  <a:pt x="93557" y="14287"/>
                </a:lnTo>
                <a:close/>
                <a:moveTo>
                  <a:pt x="138096" y="122625"/>
                </a:moveTo>
                <a:cubicBezTo>
                  <a:pt x="138096" y="131164"/>
                  <a:pt x="129861" y="138105"/>
                  <a:pt x="119736" y="138105"/>
                </a:cubicBezTo>
                <a:lnTo>
                  <a:pt x="32672" y="138105"/>
                </a:lnTo>
                <a:cubicBezTo>
                  <a:pt x="22559" y="138105"/>
                  <a:pt x="14324" y="131164"/>
                  <a:pt x="14324" y="122625"/>
                </a:cubicBezTo>
                <a:cubicBezTo>
                  <a:pt x="14076" y="98516"/>
                  <a:pt x="24032" y="70402"/>
                  <a:pt x="65196" y="45236"/>
                </a:cubicBezTo>
                <a:lnTo>
                  <a:pt x="87246" y="45236"/>
                </a:lnTo>
                <a:cubicBezTo>
                  <a:pt x="128196" y="70301"/>
                  <a:pt x="138299" y="98494"/>
                  <a:pt x="138096" y="122625"/>
                </a:cubicBezTo>
                <a:lnTo>
                  <a:pt x="138096" y="122625"/>
                </a:lnTo>
                <a:close/>
                <a:moveTo>
                  <a:pt x="85019" y="92486"/>
                </a:moveTo>
                <a:lnTo>
                  <a:pt x="70427" y="88166"/>
                </a:lnTo>
                <a:cubicBezTo>
                  <a:pt x="68751" y="87682"/>
                  <a:pt x="67581" y="86017"/>
                  <a:pt x="67581" y="84094"/>
                </a:cubicBezTo>
                <a:cubicBezTo>
                  <a:pt x="67581" y="81754"/>
                  <a:pt x="69302" y="79864"/>
                  <a:pt x="71406" y="79864"/>
                </a:cubicBezTo>
                <a:lnTo>
                  <a:pt x="80507" y="79864"/>
                </a:lnTo>
                <a:cubicBezTo>
                  <a:pt x="81981" y="79864"/>
                  <a:pt x="83410" y="80280"/>
                  <a:pt x="84659" y="81056"/>
                </a:cubicBezTo>
                <a:cubicBezTo>
                  <a:pt x="85097" y="81349"/>
                  <a:pt x="85615" y="81517"/>
                  <a:pt x="86155" y="81517"/>
                </a:cubicBezTo>
                <a:cubicBezTo>
                  <a:pt x="86807" y="81517"/>
                  <a:pt x="87449" y="81270"/>
                  <a:pt x="87932" y="80831"/>
                </a:cubicBezTo>
                <a:lnTo>
                  <a:pt x="91724" y="77209"/>
                </a:lnTo>
                <a:cubicBezTo>
                  <a:pt x="92230" y="76725"/>
                  <a:pt x="92522" y="76050"/>
                  <a:pt x="92522" y="75352"/>
                </a:cubicBezTo>
                <a:cubicBezTo>
                  <a:pt x="92522" y="74565"/>
                  <a:pt x="92151" y="73822"/>
                  <a:pt x="91532" y="73339"/>
                </a:cubicBezTo>
                <a:cubicBezTo>
                  <a:pt x="88562" y="71168"/>
                  <a:pt x="85030" y="69896"/>
                  <a:pt x="81351" y="69716"/>
                </a:cubicBezTo>
                <a:lnTo>
                  <a:pt x="81351" y="64474"/>
                </a:lnTo>
                <a:cubicBezTo>
                  <a:pt x="81351" y="63056"/>
                  <a:pt x="80192" y="61909"/>
                  <a:pt x="78775" y="61909"/>
                </a:cubicBezTo>
                <a:cubicBezTo>
                  <a:pt x="78764" y="61909"/>
                  <a:pt x="78764" y="61909"/>
                  <a:pt x="78764" y="61909"/>
                </a:cubicBezTo>
                <a:lnTo>
                  <a:pt x="73577" y="61909"/>
                </a:lnTo>
                <a:cubicBezTo>
                  <a:pt x="73577" y="61909"/>
                  <a:pt x="73577" y="61909"/>
                  <a:pt x="73577" y="61909"/>
                </a:cubicBezTo>
                <a:cubicBezTo>
                  <a:pt x="72149" y="61909"/>
                  <a:pt x="71001" y="63056"/>
                  <a:pt x="70990" y="64474"/>
                </a:cubicBezTo>
                <a:lnTo>
                  <a:pt x="70990" y="69671"/>
                </a:lnTo>
                <a:cubicBezTo>
                  <a:pt x="63306" y="69885"/>
                  <a:pt x="57152" y="76275"/>
                  <a:pt x="57152" y="84128"/>
                </a:cubicBezTo>
                <a:cubicBezTo>
                  <a:pt x="57152" y="90529"/>
                  <a:pt x="61371" y="96244"/>
                  <a:pt x="67390" y="98033"/>
                </a:cubicBezTo>
                <a:lnTo>
                  <a:pt x="81981" y="102364"/>
                </a:lnTo>
                <a:cubicBezTo>
                  <a:pt x="83657" y="102836"/>
                  <a:pt x="84827" y="104513"/>
                  <a:pt x="84827" y="106436"/>
                </a:cubicBezTo>
                <a:cubicBezTo>
                  <a:pt x="84827" y="108776"/>
                  <a:pt x="83106" y="110666"/>
                  <a:pt x="81002" y="110666"/>
                </a:cubicBezTo>
                <a:lnTo>
                  <a:pt x="71890" y="110666"/>
                </a:lnTo>
                <a:cubicBezTo>
                  <a:pt x="70427" y="110655"/>
                  <a:pt x="68999" y="110250"/>
                  <a:pt x="67750" y="109474"/>
                </a:cubicBezTo>
                <a:cubicBezTo>
                  <a:pt x="67311" y="109170"/>
                  <a:pt x="66782" y="109013"/>
                  <a:pt x="66254" y="109013"/>
                </a:cubicBezTo>
                <a:cubicBezTo>
                  <a:pt x="65601" y="109013"/>
                  <a:pt x="64960" y="109260"/>
                  <a:pt x="64476" y="109699"/>
                </a:cubicBezTo>
                <a:lnTo>
                  <a:pt x="60651" y="113287"/>
                </a:lnTo>
                <a:cubicBezTo>
                  <a:pt x="60134" y="113771"/>
                  <a:pt x="59852" y="114435"/>
                  <a:pt x="59852" y="115144"/>
                </a:cubicBezTo>
                <a:cubicBezTo>
                  <a:pt x="59852" y="115931"/>
                  <a:pt x="60212" y="116674"/>
                  <a:pt x="60842" y="117158"/>
                </a:cubicBezTo>
                <a:cubicBezTo>
                  <a:pt x="63812" y="119329"/>
                  <a:pt x="67345" y="120589"/>
                  <a:pt x="71024" y="120780"/>
                </a:cubicBezTo>
                <a:lnTo>
                  <a:pt x="71024" y="126000"/>
                </a:lnTo>
                <a:cubicBezTo>
                  <a:pt x="71024" y="127429"/>
                  <a:pt x="72182" y="128565"/>
                  <a:pt x="73600" y="128565"/>
                </a:cubicBezTo>
                <a:cubicBezTo>
                  <a:pt x="73600" y="128565"/>
                  <a:pt x="73611" y="128565"/>
                  <a:pt x="73611" y="128565"/>
                </a:cubicBezTo>
                <a:lnTo>
                  <a:pt x="78797" y="128565"/>
                </a:lnTo>
                <a:cubicBezTo>
                  <a:pt x="78797" y="128565"/>
                  <a:pt x="78797" y="128565"/>
                  <a:pt x="78797" y="128565"/>
                </a:cubicBezTo>
                <a:cubicBezTo>
                  <a:pt x="80215" y="128565"/>
                  <a:pt x="81374" y="127429"/>
                  <a:pt x="81385" y="126000"/>
                </a:cubicBezTo>
                <a:lnTo>
                  <a:pt x="81385" y="120847"/>
                </a:lnTo>
                <a:cubicBezTo>
                  <a:pt x="89035" y="120656"/>
                  <a:pt x="95222" y="114244"/>
                  <a:pt x="95256" y="106391"/>
                </a:cubicBezTo>
                <a:cubicBezTo>
                  <a:pt x="95256" y="99990"/>
                  <a:pt x="91037" y="94286"/>
                  <a:pt x="85019" y="92486"/>
                </a:cubicBezTo>
                <a:lnTo>
                  <a:pt x="85019" y="92486"/>
                </a:lnTo>
                <a:close/>
              </a:path>
            </a:pathLst>
          </a:custGeom>
          <a:solidFill>
            <a:srgbClr val="870FFC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83C711AD-DB6C-1696-6056-C9B57BC995F0}"/>
              </a:ext>
            </a:extLst>
          </p:cNvPr>
          <p:cNvSpPr/>
          <p:nvPr/>
        </p:nvSpPr>
        <p:spPr>
          <a:xfrm>
            <a:off x="3458044" y="520089"/>
            <a:ext cx="2170800" cy="978748"/>
          </a:xfrm>
          <a:prstGeom prst="roundRect">
            <a:avLst>
              <a:gd name="adj" fmla="val 6394"/>
            </a:avLst>
          </a:prstGeom>
          <a:gradFill flip="none" rotWithShape="1">
            <a:gsLst>
              <a:gs pos="0">
                <a:srgbClr val="000E26"/>
              </a:gs>
              <a:gs pos="100000">
                <a:srgbClr val="C83200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13033452-7CE3-CF7F-5F9A-531CA8EAEE7B}"/>
              </a:ext>
            </a:extLst>
          </p:cNvPr>
          <p:cNvSpPr/>
          <p:nvPr/>
        </p:nvSpPr>
        <p:spPr>
          <a:xfrm>
            <a:off x="3625378" y="826664"/>
            <a:ext cx="365759" cy="365759"/>
          </a:xfrm>
          <a:custGeom>
            <a:avLst/>
            <a:gdLst>
              <a:gd name="connsiteX0" fmla="*/ 182880 w 365759"/>
              <a:gd name="connsiteY0" fmla="*/ 0 h 365759"/>
              <a:gd name="connsiteX1" fmla="*/ 365760 w 365759"/>
              <a:gd name="connsiteY1" fmla="*/ 182880 h 365759"/>
              <a:gd name="connsiteX2" fmla="*/ 182880 w 365759"/>
              <a:gd name="connsiteY2" fmla="*/ 365760 h 365759"/>
              <a:gd name="connsiteX3" fmla="*/ 0 w 365759"/>
              <a:gd name="connsiteY3" fmla="*/ 182880 h 365759"/>
              <a:gd name="connsiteX4" fmla="*/ 182880 w 365759"/>
              <a:gd name="connsiteY4" fmla="*/ 0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59" h="365759">
                <a:moveTo>
                  <a:pt x="182880" y="0"/>
                </a:moveTo>
                <a:cubicBezTo>
                  <a:pt x="283882" y="0"/>
                  <a:pt x="365760" y="81877"/>
                  <a:pt x="365760" y="182880"/>
                </a:cubicBezTo>
                <a:cubicBezTo>
                  <a:pt x="365760" y="283883"/>
                  <a:pt x="283882" y="365760"/>
                  <a:pt x="182880" y="365760"/>
                </a:cubicBezTo>
                <a:cubicBezTo>
                  <a:pt x="81878" y="365760"/>
                  <a:pt x="0" y="283883"/>
                  <a:pt x="0" y="182880"/>
                </a:cubicBezTo>
                <a:cubicBezTo>
                  <a:pt x="0" y="81877"/>
                  <a:pt x="81878" y="0"/>
                  <a:pt x="182880" y="0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C1E7A280-E4DA-6B1C-7105-1BF0E1C8BA93}"/>
              </a:ext>
            </a:extLst>
          </p:cNvPr>
          <p:cNvSpPr/>
          <p:nvPr/>
        </p:nvSpPr>
        <p:spPr>
          <a:xfrm>
            <a:off x="3732062" y="933348"/>
            <a:ext cx="152392" cy="152392"/>
          </a:xfrm>
          <a:custGeom>
            <a:avLst/>
            <a:gdLst>
              <a:gd name="connsiteX0" fmla="*/ 67151 w 152392"/>
              <a:gd name="connsiteY0" fmla="*/ 69142 h 152392"/>
              <a:gd name="connsiteX1" fmla="*/ 82057 w 152392"/>
              <a:gd name="connsiteY1" fmla="*/ 73395 h 152392"/>
              <a:gd name="connsiteX2" fmla="*/ 83880 w 152392"/>
              <a:gd name="connsiteY2" fmla="*/ 75814 h 152392"/>
              <a:gd name="connsiteX3" fmla="*/ 81371 w 152392"/>
              <a:gd name="connsiteY3" fmla="*/ 78311 h 152392"/>
              <a:gd name="connsiteX4" fmla="*/ 71617 w 152392"/>
              <a:gd name="connsiteY4" fmla="*/ 78311 h 152392"/>
              <a:gd name="connsiteX5" fmla="*/ 68546 w 152392"/>
              <a:gd name="connsiteY5" fmla="*/ 77659 h 152392"/>
              <a:gd name="connsiteX6" fmla="*/ 64350 w 152392"/>
              <a:gd name="connsiteY6" fmla="*/ 78255 h 152392"/>
              <a:gd name="connsiteX7" fmla="*/ 59141 w 152392"/>
              <a:gd name="connsiteY7" fmla="*/ 83464 h 152392"/>
              <a:gd name="connsiteX8" fmla="*/ 59591 w 152392"/>
              <a:gd name="connsiteY8" fmla="*/ 88931 h 152392"/>
              <a:gd name="connsiteX9" fmla="*/ 69052 w 152392"/>
              <a:gd name="connsiteY9" fmla="*/ 92362 h 152392"/>
              <a:gd name="connsiteX10" fmla="*/ 69052 w 152392"/>
              <a:gd name="connsiteY10" fmla="*/ 97628 h 152392"/>
              <a:gd name="connsiteX11" fmla="*/ 73811 w 152392"/>
              <a:gd name="connsiteY11" fmla="*/ 102386 h 152392"/>
              <a:gd name="connsiteX12" fmla="*/ 78581 w 152392"/>
              <a:gd name="connsiteY12" fmla="*/ 102386 h 152392"/>
              <a:gd name="connsiteX13" fmla="*/ 83340 w 152392"/>
              <a:gd name="connsiteY13" fmla="*/ 97628 h 152392"/>
              <a:gd name="connsiteX14" fmla="*/ 83340 w 152392"/>
              <a:gd name="connsiteY14" fmla="*/ 92385 h 152392"/>
              <a:gd name="connsiteX15" fmla="*/ 98010 w 152392"/>
              <a:gd name="connsiteY15" fmla="*/ 73631 h 152392"/>
              <a:gd name="connsiteX16" fmla="*/ 85241 w 152392"/>
              <a:gd name="connsiteY16" fmla="*/ 59434 h 152392"/>
              <a:gd name="connsiteX17" fmla="*/ 70335 w 152392"/>
              <a:gd name="connsiteY17" fmla="*/ 55181 h 152392"/>
              <a:gd name="connsiteX18" fmla="*/ 68512 w 152392"/>
              <a:gd name="connsiteY18" fmla="*/ 52774 h 152392"/>
              <a:gd name="connsiteX19" fmla="*/ 71021 w 152392"/>
              <a:gd name="connsiteY19" fmla="*/ 50265 h 152392"/>
              <a:gd name="connsiteX20" fmla="*/ 80775 w 152392"/>
              <a:gd name="connsiteY20" fmla="*/ 50265 h 152392"/>
              <a:gd name="connsiteX21" fmla="*/ 83846 w 152392"/>
              <a:gd name="connsiteY21" fmla="*/ 50929 h 152392"/>
              <a:gd name="connsiteX22" fmla="*/ 88042 w 152392"/>
              <a:gd name="connsiteY22" fmla="*/ 50332 h 152392"/>
              <a:gd name="connsiteX23" fmla="*/ 93251 w 152392"/>
              <a:gd name="connsiteY23" fmla="*/ 45124 h 152392"/>
              <a:gd name="connsiteX24" fmla="*/ 92801 w 152392"/>
              <a:gd name="connsiteY24" fmla="*/ 39645 h 152392"/>
              <a:gd name="connsiteX25" fmla="*/ 83340 w 152392"/>
              <a:gd name="connsiteY25" fmla="*/ 36225 h 152392"/>
              <a:gd name="connsiteX26" fmla="*/ 83340 w 152392"/>
              <a:gd name="connsiteY26" fmla="*/ 30949 h 152392"/>
              <a:gd name="connsiteX27" fmla="*/ 78581 w 152392"/>
              <a:gd name="connsiteY27" fmla="*/ 26190 h 152392"/>
              <a:gd name="connsiteX28" fmla="*/ 73811 w 152392"/>
              <a:gd name="connsiteY28" fmla="*/ 26190 h 152392"/>
              <a:gd name="connsiteX29" fmla="*/ 69052 w 152392"/>
              <a:gd name="connsiteY29" fmla="*/ 30949 h 152392"/>
              <a:gd name="connsiteX30" fmla="*/ 69052 w 152392"/>
              <a:gd name="connsiteY30" fmla="*/ 36191 h 152392"/>
              <a:gd name="connsiteX31" fmla="*/ 54382 w 152392"/>
              <a:gd name="connsiteY31" fmla="*/ 54945 h 152392"/>
              <a:gd name="connsiteX32" fmla="*/ 67151 w 152392"/>
              <a:gd name="connsiteY32" fmla="*/ 69142 h 152392"/>
              <a:gd name="connsiteX33" fmla="*/ 67151 w 152392"/>
              <a:gd name="connsiteY33" fmla="*/ 69142 h 152392"/>
              <a:gd name="connsiteX34" fmla="*/ 142875 w 152392"/>
              <a:gd name="connsiteY34" fmla="*/ 95242 h 152392"/>
              <a:gd name="connsiteX35" fmla="*/ 132547 w 152392"/>
              <a:gd name="connsiteY35" fmla="*/ 95242 h 152392"/>
              <a:gd name="connsiteX36" fmla="*/ 140490 w 152392"/>
              <a:gd name="connsiteY36" fmla="*/ 64294 h 152392"/>
              <a:gd name="connsiteX37" fmla="*/ 76196 w 152392"/>
              <a:gd name="connsiteY37" fmla="*/ 0 h 152392"/>
              <a:gd name="connsiteX38" fmla="*/ 11902 w 152392"/>
              <a:gd name="connsiteY38" fmla="*/ 64294 h 152392"/>
              <a:gd name="connsiteX39" fmla="*/ 19845 w 152392"/>
              <a:gd name="connsiteY39" fmla="*/ 95242 h 152392"/>
              <a:gd name="connsiteX40" fmla="*/ 9517 w 152392"/>
              <a:gd name="connsiteY40" fmla="*/ 95242 h 152392"/>
              <a:gd name="connsiteX41" fmla="*/ 0 w 152392"/>
              <a:gd name="connsiteY41" fmla="*/ 106672 h 152392"/>
              <a:gd name="connsiteX42" fmla="*/ 0 w 152392"/>
              <a:gd name="connsiteY42" fmla="*/ 140962 h 152392"/>
              <a:gd name="connsiteX43" fmla="*/ 9517 w 152392"/>
              <a:gd name="connsiteY43" fmla="*/ 152392 h 152392"/>
              <a:gd name="connsiteX44" fmla="*/ 142875 w 152392"/>
              <a:gd name="connsiteY44" fmla="*/ 152392 h 152392"/>
              <a:gd name="connsiteX45" fmla="*/ 152392 w 152392"/>
              <a:gd name="connsiteY45" fmla="*/ 140962 h 152392"/>
              <a:gd name="connsiteX46" fmla="*/ 152392 w 152392"/>
              <a:gd name="connsiteY46" fmla="*/ 106672 h 152392"/>
              <a:gd name="connsiteX47" fmla="*/ 142875 w 152392"/>
              <a:gd name="connsiteY47" fmla="*/ 95242 h 152392"/>
              <a:gd name="connsiteX48" fmla="*/ 76196 w 152392"/>
              <a:gd name="connsiteY48" fmla="*/ 14287 h 152392"/>
              <a:gd name="connsiteX49" fmla="*/ 126202 w 152392"/>
              <a:gd name="connsiteY49" fmla="*/ 64294 h 152392"/>
              <a:gd name="connsiteX50" fmla="*/ 76196 w 152392"/>
              <a:gd name="connsiteY50" fmla="*/ 114300 h 152392"/>
              <a:gd name="connsiteX51" fmla="*/ 26190 w 152392"/>
              <a:gd name="connsiteY51" fmla="*/ 64294 h 152392"/>
              <a:gd name="connsiteX52" fmla="*/ 76196 w 152392"/>
              <a:gd name="connsiteY52" fmla="*/ 14287 h 152392"/>
              <a:gd name="connsiteX53" fmla="*/ 138105 w 152392"/>
              <a:gd name="connsiteY53" fmla="*/ 138105 h 152392"/>
              <a:gd name="connsiteX54" fmla="*/ 14287 w 152392"/>
              <a:gd name="connsiteY54" fmla="*/ 138105 h 152392"/>
              <a:gd name="connsiteX55" fmla="*/ 14287 w 152392"/>
              <a:gd name="connsiteY55" fmla="*/ 109530 h 152392"/>
              <a:gd name="connsiteX56" fmla="*/ 30532 w 152392"/>
              <a:gd name="connsiteY56" fmla="*/ 109530 h 152392"/>
              <a:gd name="connsiteX57" fmla="*/ 42649 w 152392"/>
              <a:gd name="connsiteY57" fmla="*/ 119059 h 152392"/>
              <a:gd name="connsiteX58" fmla="*/ 30948 w 152392"/>
              <a:gd name="connsiteY58" fmla="*/ 119059 h 152392"/>
              <a:gd name="connsiteX59" fmla="*/ 28575 w 152392"/>
              <a:gd name="connsiteY59" fmla="*/ 121444 h 152392"/>
              <a:gd name="connsiteX60" fmla="*/ 28575 w 152392"/>
              <a:gd name="connsiteY60" fmla="*/ 126202 h 152392"/>
              <a:gd name="connsiteX61" fmla="*/ 30948 w 152392"/>
              <a:gd name="connsiteY61" fmla="*/ 128587 h 152392"/>
              <a:gd name="connsiteX62" fmla="*/ 121444 w 152392"/>
              <a:gd name="connsiteY62" fmla="*/ 128587 h 152392"/>
              <a:gd name="connsiteX63" fmla="*/ 123817 w 152392"/>
              <a:gd name="connsiteY63" fmla="*/ 126202 h 152392"/>
              <a:gd name="connsiteX64" fmla="*/ 123817 w 152392"/>
              <a:gd name="connsiteY64" fmla="*/ 121444 h 152392"/>
              <a:gd name="connsiteX65" fmla="*/ 121444 w 152392"/>
              <a:gd name="connsiteY65" fmla="*/ 119059 h 152392"/>
              <a:gd name="connsiteX66" fmla="*/ 109744 w 152392"/>
              <a:gd name="connsiteY66" fmla="*/ 119059 h 152392"/>
              <a:gd name="connsiteX67" fmla="*/ 121860 w 152392"/>
              <a:gd name="connsiteY67" fmla="*/ 109530 h 152392"/>
              <a:gd name="connsiteX68" fmla="*/ 138105 w 152392"/>
              <a:gd name="connsiteY68" fmla="*/ 109530 h 152392"/>
              <a:gd name="connsiteX69" fmla="*/ 138105 w 152392"/>
              <a:gd name="connsiteY69" fmla="*/ 138105 h 15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52392" h="152392">
                <a:moveTo>
                  <a:pt x="67151" y="69142"/>
                </a:moveTo>
                <a:lnTo>
                  <a:pt x="82057" y="73395"/>
                </a:lnTo>
                <a:cubicBezTo>
                  <a:pt x="83126" y="73699"/>
                  <a:pt x="83880" y="74711"/>
                  <a:pt x="83880" y="75814"/>
                </a:cubicBezTo>
                <a:cubicBezTo>
                  <a:pt x="83880" y="77175"/>
                  <a:pt x="82744" y="78311"/>
                  <a:pt x="81371" y="78311"/>
                </a:cubicBezTo>
                <a:lnTo>
                  <a:pt x="71617" y="78311"/>
                </a:lnTo>
                <a:cubicBezTo>
                  <a:pt x="70537" y="78311"/>
                  <a:pt x="69502" y="78075"/>
                  <a:pt x="68546" y="77659"/>
                </a:cubicBezTo>
                <a:cubicBezTo>
                  <a:pt x="67117" y="76995"/>
                  <a:pt x="65452" y="77152"/>
                  <a:pt x="64350" y="78255"/>
                </a:cubicBezTo>
                <a:lnTo>
                  <a:pt x="59141" y="83464"/>
                </a:lnTo>
                <a:cubicBezTo>
                  <a:pt x="57566" y="85039"/>
                  <a:pt x="57746" y="87716"/>
                  <a:pt x="59591" y="88931"/>
                </a:cubicBezTo>
                <a:cubicBezTo>
                  <a:pt x="62415" y="90810"/>
                  <a:pt x="65655" y="91946"/>
                  <a:pt x="69052" y="92362"/>
                </a:cubicBezTo>
                <a:lnTo>
                  <a:pt x="69052" y="97628"/>
                </a:lnTo>
                <a:cubicBezTo>
                  <a:pt x="69052" y="100249"/>
                  <a:pt x="71190" y="102386"/>
                  <a:pt x="73811" y="102386"/>
                </a:cubicBezTo>
                <a:lnTo>
                  <a:pt x="78581" y="102386"/>
                </a:lnTo>
                <a:cubicBezTo>
                  <a:pt x="81191" y="102386"/>
                  <a:pt x="83340" y="100249"/>
                  <a:pt x="83340" y="97628"/>
                </a:cubicBezTo>
                <a:lnTo>
                  <a:pt x="83340" y="92385"/>
                </a:lnTo>
                <a:cubicBezTo>
                  <a:pt x="92362" y="91316"/>
                  <a:pt x="99236" y="83160"/>
                  <a:pt x="98010" y="73631"/>
                </a:cubicBezTo>
                <a:cubicBezTo>
                  <a:pt x="97155" y="66791"/>
                  <a:pt x="91856" y="61346"/>
                  <a:pt x="85241" y="59434"/>
                </a:cubicBezTo>
                <a:lnTo>
                  <a:pt x="70335" y="55181"/>
                </a:lnTo>
                <a:cubicBezTo>
                  <a:pt x="69255" y="54889"/>
                  <a:pt x="68512" y="53876"/>
                  <a:pt x="68512" y="52774"/>
                </a:cubicBezTo>
                <a:cubicBezTo>
                  <a:pt x="68512" y="51401"/>
                  <a:pt x="69649" y="50265"/>
                  <a:pt x="71021" y="50265"/>
                </a:cubicBezTo>
                <a:lnTo>
                  <a:pt x="80775" y="50265"/>
                </a:lnTo>
                <a:cubicBezTo>
                  <a:pt x="81855" y="50265"/>
                  <a:pt x="82890" y="50513"/>
                  <a:pt x="83846" y="50929"/>
                </a:cubicBezTo>
                <a:cubicBezTo>
                  <a:pt x="85275" y="51581"/>
                  <a:pt x="86940" y="51435"/>
                  <a:pt x="88042" y="50332"/>
                </a:cubicBezTo>
                <a:lnTo>
                  <a:pt x="93251" y="45124"/>
                </a:lnTo>
                <a:cubicBezTo>
                  <a:pt x="94826" y="43549"/>
                  <a:pt x="94646" y="40860"/>
                  <a:pt x="92801" y="39645"/>
                </a:cubicBezTo>
                <a:cubicBezTo>
                  <a:pt x="89977" y="37766"/>
                  <a:pt x="86737" y="36641"/>
                  <a:pt x="83340" y="36225"/>
                </a:cubicBezTo>
                <a:lnTo>
                  <a:pt x="83340" y="30949"/>
                </a:lnTo>
                <a:cubicBezTo>
                  <a:pt x="83340" y="28327"/>
                  <a:pt x="81191" y="26190"/>
                  <a:pt x="78581" y="26190"/>
                </a:cubicBezTo>
                <a:lnTo>
                  <a:pt x="73811" y="26190"/>
                </a:lnTo>
                <a:cubicBezTo>
                  <a:pt x="71190" y="26190"/>
                  <a:pt x="69052" y="28327"/>
                  <a:pt x="69052" y="30949"/>
                </a:cubicBezTo>
                <a:lnTo>
                  <a:pt x="69052" y="36191"/>
                </a:lnTo>
                <a:cubicBezTo>
                  <a:pt x="60030" y="37260"/>
                  <a:pt x="53156" y="45416"/>
                  <a:pt x="54382" y="54945"/>
                </a:cubicBezTo>
                <a:cubicBezTo>
                  <a:pt x="55237" y="61785"/>
                  <a:pt x="60514" y="67241"/>
                  <a:pt x="67151" y="69142"/>
                </a:cubicBezTo>
                <a:lnTo>
                  <a:pt x="67151" y="69142"/>
                </a:lnTo>
                <a:close/>
                <a:moveTo>
                  <a:pt x="142875" y="95242"/>
                </a:moveTo>
                <a:lnTo>
                  <a:pt x="132547" y="95242"/>
                </a:lnTo>
                <a:cubicBezTo>
                  <a:pt x="137599" y="86051"/>
                  <a:pt x="140490" y="75510"/>
                  <a:pt x="140490" y="64294"/>
                </a:cubicBezTo>
                <a:cubicBezTo>
                  <a:pt x="140490" y="28777"/>
                  <a:pt x="111712" y="0"/>
                  <a:pt x="76196" y="0"/>
                </a:cubicBezTo>
                <a:cubicBezTo>
                  <a:pt x="40680" y="0"/>
                  <a:pt x="11902" y="28777"/>
                  <a:pt x="11902" y="64294"/>
                </a:cubicBezTo>
                <a:cubicBezTo>
                  <a:pt x="11902" y="75510"/>
                  <a:pt x="14794" y="86051"/>
                  <a:pt x="19845" y="95242"/>
                </a:cubicBezTo>
                <a:lnTo>
                  <a:pt x="9517" y="95242"/>
                </a:lnTo>
                <a:cubicBezTo>
                  <a:pt x="4252" y="95242"/>
                  <a:pt x="0" y="100361"/>
                  <a:pt x="0" y="106672"/>
                </a:cubicBezTo>
                <a:lnTo>
                  <a:pt x="0" y="140962"/>
                </a:lnTo>
                <a:cubicBezTo>
                  <a:pt x="0" y="147274"/>
                  <a:pt x="4252" y="152392"/>
                  <a:pt x="9517" y="152392"/>
                </a:cubicBezTo>
                <a:lnTo>
                  <a:pt x="142875" y="152392"/>
                </a:lnTo>
                <a:cubicBezTo>
                  <a:pt x="148140" y="152392"/>
                  <a:pt x="152392" y="147274"/>
                  <a:pt x="152392" y="140962"/>
                </a:cubicBezTo>
                <a:lnTo>
                  <a:pt x="152392" y="106672"/>
                </a:lnTo>
                <a:cubicBezTo>
                  <a:pt x="152392" y="100361"/>
                  <a:pt x="148140" y="95242"/>
                  <a:pt x="142875" y="95242"/>
                </a:cubicBezTo>
                <a:close/>
                <a:moveTo>
                  <a:pt x="76196" y="14287"/>
                </a:moveTo>
                <a:cubicBezTo>
                  <a:pt x="103759" y="14287"/>
                  <a:pt x="126202" y="36731"/>
                  <a:pt x="126202" y="64294"/>
                </a:cubicBezTo>
                <a:cubicBezTo>
                  <a:pt x="126202" y="91856"/>
                  <a:pt x="103759" y="114300"/>
                  <a:pt x="76196" y="114300"/>
                </a:cubicBezTo>
                <a:cubicBezTo>
                  <a:pt x="48634" y="114300"/>
                  <a:pt x="26190" y="91856"/>
                  <a:pt x="26190" y="64294"/>
                </a:cubicBezTo>
                <a:cubicBezTo>
                  <a:pt x="26190" y="36731"/>
                  <a:pt x="48634" y="14287"/>
                  <a:pt x="76196" y="14287"/>
                </a:cubicBezTo>
                <a:close/>
                <a:moveTo>
                  <a:pt x="138105" y="138105"/>
                </a:moveTo>
                <a:lnTo>
                  <a:pt x="14287" y="138105"/>
                </a:lnTo>
                <a:lnTo>
                  <a:pt x="14287" y="109530"/>
                </a:lnTo>
                <a:lnTo>
                  <a:pt x="30532" y="109530"/>
                </a:lnTo>
                <a:cubicBezTo>
                  <a:pt x="34166" y="113197"/>
                  <a:pt x="38239" y="116347"/>
                  <a:pt x="42649" y="119059"/>
                </a:cubicBezTo>
                <a:lnTo>
                  <a:pt x="30948" y="119059"/>
                </a:lnTo>
                <a:cubicBezTo>
                  <a:pt x="29644" y="119059"/>
                  <a:pt x="28575" y="120128"/>
                  <a:pt x="28575" y="121444"/>
                </a:cubicBezTo>
                <a:lnTo>
                  <a:pt x="28575" y="126202"/>
                </a:lnTo>
                <a:cubicBezTo>
                  <a:pt x="28575" y="127507"/>
                  <a:pt x="29644" y="128587"/>
                  <a:pt x="30948" y="128587"/>
                </a:cubicBezTo>
                <a:lnTo>
                  <a:pt x="121444" y="128587"/>
                </a:lnTo>
                <a:cubicBezTo>
                  <a:pt x="122749" y="128587"/>
                  <a:pt x="123817" y="127507"/>
                  <a:pt x="123817" y="126202"/>
                </a:cubicBezTo>
                <a:lnTo>
                  <a:pt x="123817" y="121444"/>
                </a:lnTo>
                <a:cubicBezTo>
                  <a:pt x="123817" y="120128"/>
                  <a:pt x="122749" y="119059"/>
                  <a:pt x="121444" y="119059"/>
                </a:cubicBezTo>
                <a:lnTo>
                  <a:pt x="109744" y="119059"/>
                </a:lnTo>
                <a:cubicBezTo>
                  <a:pt x="114142" y="116347"/>
                  <a:pt x="118226" y="113197"/>
                  <a:pt x="121860" y="109530"/>
                </a:cubicBezTo>
                <a:lnTo>
                  <a:pt x="138105" y="109530"/>
                </a:lnTo>
                <a:lnTo>
                  <a:pt x="138105" y="138105"/>
                </a:lnTo>
                <a:close/>
              </a:path>
            </a:pathLst>
          </a:custGeom>
          <a:solidFill>
            <a:schemeClr val="accent2"/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29B166E-77DC-88EF-1450-BEE190B3FA44}"/>
              </a:ext>
            </a:extLst>
          </p:cNvPr>
          <p:cNvSpPr/>
          <p:nvPr/>
        </p:nvSpPr>
        <p:spPr>
          <a:xfrm>
            <a:off x="6005732" y="520089"/>
            <a:ext cx="2170800" cy="978748"/>
          </a:xfrm>
          <a:prstGeom prst="roundRect">
            <a:avLst>
              <a:gd name="adj" fmla="val 6394"/>
            </a:avLst>
          </a:prstGeom>
          <a:gradFill flip="none" rotWithShape="1">
            <a:gsLst>
              <a:gs pos="0">
                <a:srgbClr val="000E26"/>
              </a:gs>
              <a:gs pos="100000">
                <a:srgbClr val="00C8AF"/>
              </a:gs>
            </a:gsLst>
            <a:lin ang="19200000" scaled="0"/>
            <a:tileRect/>
          </a:gradFill>
          <a:ln>
            <a:noFill/>
          </a:ln>
          <a:effectLst>
            <a:outerShdw blurRad="101600" dist="63500" dir="2700000" algn="tl" rotWithShape="0">
              <a:srgbClr val="1C262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4AD62371-B849-EB49-E696-A66CA4566A3C}"/>
              </a:ext>
            </a:extLst>
          </p:cNvPr>
          <p:cNvSpPr/>
          <p:nvPr/>
        </p:nvSpPr>
        <p:spPr>
          <a:xfrm>
            <a:off x="6152482" y="829117"/>
            <a:ext cx="365760" cy="365759"/>
          </a:xfrm>
          <a:custGeom>
            <a:avLst/>
            <a:gdLst>
              <a:gd name="connsiteX0" fmla="*/ 182880 w 365760"/>
              <a:gd name="connsiteY0" fmla="*/ 0 h 365759"/>
              <a:gd name="connsiteX1" fmla="*/ 365760 w 365760"/>
              <a:gd name="connsiteY1" fmla="*/ 182880 h 365759"/>
              <a:gd name="connsiteX2" fmla="*/ 182880 w 365760"/>
              <a:gd name="connsiteY2" fmla="*/ 365760 h 365759"/>
              <a:gd name="connsiteX3" fmla="*/ 0 w 365760"/>
              <a:gd name="connsiteY3" fmla="*/ 182880 h 365759"/>
              <a:gd name="connsiteX4" fmla="*/ 182880 w 365760"/>
              <a:gd name="connsiteY4" fmla="*/ 0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365759">
                <a:moveTo>
                  <a:pt x="182880" y="0"/>
                </a:moveTo>
                <a:cubicBezTo>
                  <a:pt x="283882" y="0"/>
                  <a:pt x="365760" y="81877"/>
                  <a:pt x="365760" y="182880"/>
                </a:cubicBezTo>
                <a:cubicBezTo>
                  <a:pt x="365760" y="283883"/>
                  <a:pt x="283882" y="365760"/>
                  <a:pt x="182880" y="365760"/>
                </a:cubicBezTo>
                <a:cubicBezTo>
                  <a:pt x="81877" y="365760"/>
                  <a:pt x="0" y="283883"/>
                  <a:pt x="0" y="182880"/>
                </a:cubicBezTo>
                <a:cubicBezTo>
                  <a:pt x="0" y="81877"/>
                  <a:pt x="81877" y="0"/>
                  <a:pt x="182880" y="0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 w="1124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5" name="Espaço Reservado para Conteúdo 4">
            <a:extLst>
              <a:ext uri="{FF2B5EF4-FFF2-40B4-BE49-F238E27FC236}">
                <a16:creationId xmlns:a16="http://schemas.microsoft.com/office/drawing/2014/main" id="{9DB6BCDC-AA6F-BD16-2556-273ED2C7C5D6}"/>
              </a:ext>
            </a:extLst>
          </p:cNvPr>
          <p:cNvGrpSpPr/>
          <p:nvPr/>
        </p:nvGrpSpPr>
        <p:grpSpPr>
          <a:xfrm>
            <a:off x="6253810" y="935801"/>
            <a:ext cx="163114" cy="152392"/>
            <a:chOff x="5658872" y="1194502"/>
            <a:chExt cx="163114" cy="152392"/>
          </a:xfrm>
          <a:solidFill>
            <a:schemeClr val="accent1"/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A31EBABC-A854-0729-D8FC-E5312D63DEA8}"/>
                </a:ext>
              </a:extLst>
            </p:cNvPr>
            <p:cNvSpPr/>
            <p:nvPr/>
          </p:nvSpPr>
          <p:spPr>
            <a:xfrm>
              <a:off x="5711759" y="1194502"/>
              <a:ext cx="86028" cy="86343"/>
            </a:xfrm>
            <a:custGeom>
              <a:avLst/>
              <a:gdLst>
                <a:gd name="connsiteX0" fmla="*/ 43020 w 86028"/>
                <a:gd name="connsiteY0" fmla="*/ 86344 h 86343"/>
                <a:gd name="connsiteX1" fmla="*/ 86028 w 86028"/>
                <a:gd name="connsiteY1" fmla="*/ 43324 h 86343"/>
                <a:gd name="connsiteX2" fmla="*/ 43020 w 86028"/>
                <a:gd name="connsiteY2" fmla="*/ 0 h 86343"/>
                <a:gd name="connsiteX3" fmla="*/ 0 w 86028"/>
                <a:gd name="connsiteY3" fmla="*/ 43324 h 86343"/>
                <a:gd name="connsiteX4" fmla="*/ 43020 w 86028"/>
                <a:gd name="connsiteY4" fmla="*/ 86344 h 86343"/>
                <a:gd name="connsiteX5" fmla="*/ 76466 w 86028"/>
                <a:gd name="connsiteY5" fmla="*/ 43324 h 86343"/>
                <a:gd name="connsiteX6" fmla="*/ 47801 w 86028"/>
                <a:gd name="connsiteY6" fmla="*/ 76444 h 86343"/>
                <a:gd name="connsiteX7" fmla="*/ 47801 w 86028"/>
                <a:gd name="connsiteY7" fmla="*/ 66398 h 86343"/>
                <a:gd name="connsiteX8" fmla="*/ 57352 w 86028"/>
                <a:gd name="connsiteY8" fmla="*/ 52886 h 86343"/>
                <a:gd name="connsiteX9" fmla="*/ 43020 w 86028"/>
                <a:gd name="connsiteY9" fmla="*/ 38554 h 86343"/>
                <a:gd name="connsiteX10" fmla="*/ 38238 w 86028"/>
                <a:gd name="connsiteY10" fmla="*/ 33773 h 86343"/>
                <a:gd name="connsiteX11" fmla="*/ 43020 w 86028"/>
                <a:gd name="connsiteY11" fmla="*/ 28991 h 86343"/>
                <a:gd name="connsiteX12" fmla="*/ 47801 w 86028"/>
                <a:gd name="connsiteY12" fmla="*/ 33773 h 86343"/>
                <a:gd name="connsiteX13" fmla="*/ 57352 w 86028"/>
                <a:gd name="connsiteY13" fmla="*/ 33773 h 86343"/>
                <a:gd name="connsiteX14" fmla="*/ 47801 w 86028"/>
                <a:gd name="connsiteY14" fmla="*/ 20250 h 86343"/>
                <a:gd name="connsiteX15" fmla="*/ 47801 w 86028"/>
                <a:gd name="connsiteY15" fmla="*/ 9900 h 86343"/>
                <a:gd name="connsiteX16" fmla="*/ 76466 w 86028"/>
                <a:gd name="connsiteY16" fmla="*/ 43324 h 86343"/>
                <a:gd name="connsiteX17" fmla="*/ 38238 w 86028"/>
                <a:gd name="connsiteY17" fmla="*/ 9900 h 86343"/>
                <a:gd name="connsiteX18" fmla="*/ 38238 w 86028"/>
                <a:gd name="connsiteY18" fmla="*/ 20250 h 86343"/>
                <a:gd name="connsiteX19" fmla="*/ 28676 w 86028"/>
                <a:gd name="connsiteY19" fmla="*/ 33773 h 86343"/>
                <a:gd name="connsiteX20" fmla="*/ 43020 w 86028"/>
                <a:gd name="connsiteY20" fmla="*/ 48105 h 86343"/>
                <a:gd name="connsiteX21" fmla="*/ 47801 w 86028"/>
                <a:gd name="connsiteY21" fmla="*/ 52886 h 86343"/>
                <a:gd name="connsiteX22" fmla="*/ 43020 w 86028"/>
                <a:gd name="connsiteY22" fmla="*/ 57668 h 86343"/>
                <a:gd name="connsiteX23" fmla="*/ 38238 w 86028"/>
                <a:gd name="connsiteY23" fmla="*/ 52886 h 86343"/>
                <a:gd name="connsiteX24" fmla="*/ 28676 w 86028"/>
                <a:gd name="connsiteY24" fmla="*/ 52886 h 86343"/>
                <a:gd name="connsiteX25" fmla="*/ 38238 w 86028"/>
                <a:gd name="connsiteY25" fmla="*/ 66398 h 86343"/>
                <a:gd name="connsiteX26" fmla="*/ 38238 w 86028"/>
                <a:gd name="connsiteY26" fmla="*/ 76444 h 86343"/>
                <a:gd name="connsiteX27" fmla="*/ 9563 w 86028"/>
                <a:gd name="connsiteY27" fmla="*/ 43324 h 86343"/>
                <a:gd name="connsiteX28" fmla="*/ 38238 w 86028"/>
                <a:gd name="connsiteY28" fmla="*/ 9900 h 8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6028" h="86343">
                  <a:moveTo>
                    <a:pt x="43020" y="86344"/>
                  </a:moveTo>
                  <a:cubicBezTo>
                    <a:pt x="66735" y="86344"/>
                    <a:pt x="86028" y="67050"/>
                    <a:pt x="86028" y="43324"/>
                  </a:cubicBezTo>
                  <a:cubicBezTo>
                    <a:pt x="86028" y="19609"/>
                    <a:pt x="66780" y="0"/>
                    <a:pt x="43020" y="0"/>
                  </a:cubicBezTo>
                  <a:cubicBezTo>
                    <a:pt x="19294" y="0"/>
                    <a:pt x="0" y="19564"/>
                    <a:pt x="0" y="43324"/>
                  </a:cubicBezTo>
                  <a:cubicBezTo>
                    <a:pt x="0" y="67050"/>
                    <a:pt x="19294" y="86344"/>
                    <a:pt x="43020" y="86344"/>
                  </a:cubicBezTo>
                  <a:close/>
                  <a:moveTo>
                    <a:pt x="76466" y="43324"/>
                  </a:moveTo>
                  <a:cubicBezTo>
                    <a:pt x="76466" y="60154"/>
                    <a:pt x="63990" y="74115"/>
                    <a:pt x="47801" y="76444"/>
                  </a:cubicBezTo>
                  <a:lnTo>
                    <a:pt x="47801" y="66398"/>
                  </a:lnTo>
                  <a:cubicBezTo>
                    <a:pt x="53358" y="64429"/>
                    <a:pt x="57352" y="59119"/>
                    <a:pt x="57352" y="52886"/>
                  </a:cubicBezTo>
                  <a:cubicBezTo>
                    <a:pt x="57352" y="44977"/>
                    <a:pt x="50917" y="38554"/>
                    <a:pt x="43020" y="38554"/>
                  </a:cubicBezTo>
                  <a:cubicBezTo>
                    <a:pt x="40376" y="38554"/>
                    <a:pt x="38238" y="36405"/>
                    <a:pt x="38238" y="33773"/>
                  </a:cubicBezTo>
                  <a:cubicBezTo>
                    <a:pt x="38238" y="31129"/>
                    <a:pt x="40376" y="28991"/>
                    <a:pt x="43020" y="28991"/>
                  </a:cubicBezTo>
                  <a:cubicBezTo>
                    <a:pt x="45653" y="28991"/>
                    <a:pt x="47801" y="31129"/>
                    <a:pt x="47801" y="33773"/>
                  </a:cubicBezTo>
                  <a:lnTo>
                    <a:pt x="57352" y="33773"/>
                  </a:lnTo>
                  <a:cubicBezTo>
                    <a:pt x="57352" y="27540"/>
                    <a:pt x="53358" y="22230"/>
                    <a:pt x="47801" y="20250"/>
                  </a:cubicBezTo>
                  <a:lnTo>
                    <a:pt x="47801" y="9900"/>
                  </a:lnTo>
                  <a:cubicBezTo>
                    <a:pt x="63990" y="12251"/>
                    <a:pt x="76466" y="26347"/>
                    <a:pt x="76466" y="43324"/>
                  </a:cubicBezTo>
                  <a:close/>
                  <a:moveTo>
                    <a:pt x="38238" y="9900"/>
                  </a:moveTo>
                  <a:lnTo>
                    <a:pt x="38238" y="20250"/>
                  </a:lnTo>
                  <a:cubicBezTo>
                    <a:pt x="32681" y="22230"/>
                    <a:pt x="28676" y="27540"/>
                    <a:pt x="28676" y="33773"/>
                  </a:cubicBezTo>
                  <a:cubicBezTo>
                    <a:pt x="28676" y="41670"/>
                    <a:pt x="35111" y="48105"/>
                    <a:pt x="43020" y="48105"/>
                  </a:cubicBezTo>
                  <a:cubicBezTo>
                    <a:pt x="45653" y="48105"/>
                    <a:pt x="47801" y="50254"/>
                    <a:pt x="47801" y="52886"/>
                  </a:cubicBezTo>
                  <a:cubicBezTo>
                    <a:pt x="47801" y="55519"/>
                    <a:pt x="45653" y="57668"/>
                    <a:pt x="43020" y="57668"/>
                  </a:cubicBezTo>
                  <a:cubicBezTo>
                    <a:pt x="40376" y="57668"/>
                    <a:pt x="38238" y="55519"/>
                    <a:pt x="38238" y="52886"/>
                  </a:cubicBezTo>
                  <a:lnTo>
                    <a:pt x="28676" y="52886"/>
                  </a:lnTo>
                  <a:cubicBezTo>
                    <a:pt x="28676" y="59119"/>
                    <a:pt x="32681" y="64429"/>
                    <a:pt x="38238" y="66398"/>
                  </a:cubicBezTo>
                  <a:lnTo>
                    <a:pt x="38238" y="76444"/>
                  </a:lnTo>
                  <a:cubicBezTo>
                    <a:pt x="22050" y="74115"/>
                    <a:pt x="9563" y="60154"/>
                    <a:pt x="9563" y="43324"/>
                  </a:cubicBezTo>
                  <a:cubicBezTo>
                    <a:pt x="9563" y="26347"/>
                    <a:pt x="22050" y="12251"/>
                    <a:pt x="38238" y="9900"/>
                  </a:cubicBezTo>
                  <a:close/>
                </a:path>
              </a:pathLst>
            </a:custGeom>
            <a:grpFill/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04181101-6697-3232-DB73-EBD2034E01B2}"/>
                </a:ext>
              </a:extLst>
            </p:cNvPr>
            <p:cNvSpPr/>
            <p:nvPr/>
          </p:nvSpPr>
          <p:spPr>
            <a:xfrm>
              <a:off x="5658872" y="1284110"/>
              <a:ext cx="163114" cy="62784"/>
            </a:xfrm>
            <a:custGeom>
              <a:avLst/>
              <a:gdLst>
                <a:gd name="connsiteX0" fmla="*/ 35910 w 163114"/>
                <a:gd name="connsiteY0" fmla="*/ 60298 h 62784"/>
                <a:gd name="connsiteX1" fmla="*/ 55283 w 163114"/>
                <a:gd name="connsiteY1" fmla="*/ 54088 h 62784"/>
                <a:gd name="connsiteX2" fmla="*/ 98044 w 163114"/>
                <a:gd name="connsiteY2" fmla="*/ 54088 h 62784"/>
                <a:gd name="connsiteX3" fmla="*/ 163114 w 163114"/>
                <a:gd name="connsiteY3" fmla="*/ 16389 h 62784"/>
                <a:gd name="connsiteX4" fmla="*/ 160740 w 163114"/>
                <a:gd name="connsiteY4" fmla="*/ 12260 h 62784"/>
                <a:gd name="connsiteX5" fmla="*/ 128227 w 163114"/>
                <a:gd name="connsiteY5" fmla="*/ 3103 h 62784"/>
                <a:gd name="connsiteX6" fmla="*/ 105458 w 163114"/>
                <a:gd name="connsiteY6" fmla="*/ 16648 h 62784"/>
                <a:gd name="connsiteX7" fmla="*/ 105458 w 163114"/>
                <a:gd name="connsiteY7" fmla="*/ 6298 h 62784"/>
                <a:gd name="connsiteX8" fmla="*/ 51255 w 163114"/>
                <a:gd name="connsiteY8" fmla="*/ 6298 h 62784"/>
                <a:gd name="connsiteX9" fmla="*/ 3375 w 163114"/>
                <a:gd name="connsiteY9" fmla="*/ 26807 h 62784"/>
                <a:gd name="connsiteX10" fmla="*/ 0 w 163114"/>
                <a:gd name="connsiteY10" fmla="*/ 30193 h 62784"/>
                <a:gd name="connsiteX11" fmla="*/ 32591 w 163114"/>
                <a:gd name="connsiteY11" fmla="*/ 62784 h 62784"/>
                <a:gd name="connsiteX12" fmla="*/ 35910 w 163114"/>
                <a:gd name="connsiteY12" fmla="*/ 60298 h 62784"/>
                <a:gd name="connsiteX13" fmla="*/ 51255 w 163114"/>
                <a:gd name="connsiteY13" fmla="*/ 15849 h 62784"/>
                <a:gd name="connsiteX14" fmla="*/ 95906 w 163114"/>
                <a:gd name="connsiteY14" fmla="*/ 15849 h 62784"/>
                <a:gd name="connsiteX15" fmla="*/ 95906 w 163114"/>
                <a:gd name="connsiteY15" fmla="*/ 25412 h 62784"/>
                <a:gd name="connsiteX16" fmla="*/ 62449 w 163114"/>
                <a:gd name="connsiteY16" fmla="*/ 25412 h 62784"/>
                <a:gd name="connsiteX17" fmla="*/ 62449 w 163114"/>
                <a:gd name="connsiteY17" fmla="*/ 34974 h 62784"/>
                <a:gd name="connsiteX18" fmla="*/ 105458 w 163114"/>
                <a:gd name="connsiteY18" fmla="*/ 34974 h 62784"/>
                <a:gd name="connsiteX19" fmla="*/ 105458 w 163114"/>
                <a:gd name="connsiteY19" fmla="*/ 27774 h 62784"/>
                <a:gd name="connsiteX20" fmla="*/ 133009 w 163114"/>
                <a:gd name="connsiteY20" fmla="*/ 11372 h 62784"/>
                <a:gd name="connsiteX21" fmla="*/ 149423 w 163114"/>
                <a:gd name="connsiteY21" fmla="*/ 13273 h 62784"/>
                <a:gd name="connsiteX22" fmla="*/ 95479 w 163114"/>
                <a:gd name="connsiteY22" fmla="*/ 44525 h 62784"/>
                <a:gd name="connsiteX23" fmla="*/ 55283 w 163114"/>
                <a:gd name="connsiteY23" fmla="*/ 44525 h 62784"/>
                <a:gd name="connsiteX24" fmla="*/ 33660 w 163114"/>
                <a:gd name="connsiteY24" fmla="*/ 50330 h 62784"/>
                <a:gd name="connsiteX25" fmla="*/ 13624 w 163114"/>
                <a:gd name="connsiteY25" fmla="*/ 30305 h 62784"/>
                <a:gd name="connsiteX26" fmla="*/ 51255 w 163114"/>
                <a:gd name="connsiteY26" fmla="*/ 15849 h 62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3114" h="62784">
                  <a:moveTo>
                    <a:pt x="35910" y="60298"/>
                  </a:moveTo>
                  <a:cubicBezTo>
                    <a:pt x="41097" y="56405"/>
                    <a:pt x="48341" y="54088"/>
                    <a:pt x="55283" y="54088"/>
                  </a:cubicBezTo>
                  <a:lnTo>
                    <a:pt x="98044" y="54088"/>
                  </a:lnTo>
                  <a:lnTo>
                    <a:pt x="163114" y="16389"/>
                  </a:lnTo>
                  <a:lnTo>
                    <a:pt x="160740" y="12260"/>
                  </a:lnTo>
                  <a:cubicBezTo>
                    <a:pt x="154159" y="774"/>
                    <a:pt x="139680" y="-3467"/>
                    <a:pt x="128227" y="3103"/>
                  </a:cubicBezTo>
                  <a:lnTo>
                    <a:pt x="105458" y="16648"/>
                  </a:lnTo>
                  <a:lnTo>
                    <a:pt x="105458" y="6298"/>
                  </a:lnTo>
                  <a:lnTo>
                    <a:pt x="51255" y="6298"/>
                  </a:lnTo>
                  <a:cubicBezTo>
                    <a:pt x="33097" y="6298"/>
                    <a:pt x="16988" y="13194"/>
                    <a:pt x="3375" y="26807"/>
                  </a:cubicBezTo>
                  <a:lnTo>
                    <a:pt x="0" y="30193"/>
                  </a:lnTo>
                  <a:lnTo>
                    <a:pt x="32591" y="62784"/>
                  </a:lnTo>
                  <a:lnTo>
                    <a:pt x="35910" y="60298"/>
                  </a:lnTo>
                  <a:close/>
                  <a:moveTo>
                    <a:pt x="51255" y="15849"/>
                  </a:moveTo>
                  <a:lnTo>
                    <a:pt x="95906" y="15849"/>
                  </a:lnTo>
                  <a:lnTo>
                    <a:pt x="95906" y="25412"/>
                  </a:lnTo>
                  <a:lnTo>
                    <a:pt x="62449" y="25412"/>
                  </a:lnTo>
                  <a:lnTo>
                    <a:pt x="62449" y="34974"/>
                  </a:lnTo>
                  <a:lnTo>
                    <a:pt x="105458" y="34974"/>
                  </a:lnTo>
                  <a:lnTo>
                    <a:pt x="105458" y="27774"/>
                  </a:lnTo>
                  <a:lnTo>
                    <a:pt x="133009" y="11372"/>
                  </a:lnTo>
                  <a:cubicBezTo>
                    <a:pt x="138488" y="8255"/>
                    <a:pt x="145035" y="9347"/>
                    <a:pt x="149423" y="13273"/>
                  </a:cubicBezTo>
                  <a:lnTo>
                    <a:pt x="95479" y="44525"/>
                  </a:lnTo>
                  <a:lnTo>
                    <a:pt x="55283" y="44525"/>
                  </a:lnTo>
                  <a:cubicBezTo>
                    <a:pt x="47666" y="44525"/>
                    <a:pt x="39994" y="46618"/>
                    <a:pt x="33660" y="50330"/>
                  </a:cubicBezTo>
                  <a:lnTo>
                    <a:pt x="13624" y="30305"/>
                  </a:lnTo>
                  <a:cubicBezTo>
                    <a:pt x="24604" y="20709"/>
                    <a:pt x="37238" y="15849"/>
                    <a:pt x="51255" y="15849"/>
                  </a:cubicBezTo>
                  <a:close/>
                </a:path>
              </a:pathLst>
            </a:custGeom>
            <a:grpFill/>
            <a:ln w="11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FE22DF1-E327-37F9-396D-C1CE55DFD2EA}"/>
              </a:ext>
            </a:extLst>
          </p:cNvPr>
          <p:cNvSpPr/>
          <p:nvPr/>
        </p:nvSpPr>
        <p:spPr>
          <a:xfrm>
            <a:off x="0" y="-2"/>
            <a:ext cx="674281" cy="6858001"/>
          </a:xfrm>
          <a:prstGeom prst="roundRect">
            <a:avLst>
              <a:gd name="adj" fmla="val 16034"/>
            </a:avLst>
          </a:prstGeom>
          <a:solidFill>
            <a:srgbClr val="004B46"/>
          </a:solidFill>
          <a:ln w="1124" cap="flat">
            <a:noFill/>
            <a:prstDash val="solid"/>
            <a:miter/>
          </a:ln>
          <a:effectLst>
            <a:outerShdw blurRad="139700" dist="88900" dir="2700000" algn="tl" rotWithShape="0">
              <a:schemeClr val="tx1">
                <a:alpha val="50000"/>
              </a:schemeClr>
            </a:outerShdw>
          </a:effectLst>
        </p:spPr>
        <p:txBody>
          <a:bodyPr rtlCol="0" anchor="ctr"/>
          <a:lstStyle/>
          <a:p>
            <a:endParaRPr lang="pt-BR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2079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1">
            <a:extLst>
              <a:ext uri="{FF2B5EF4-FFF2-40B4-BE49-F238E27FC236}">
                <a16:creationId xmlns:a16="http://schemas.microsoft.com/office/drawing/2014/main" id="{8F40B1ED-FDE2-4EA5-AC0A-44456C9E3D7C}"/>
              </a:ext>
            </a:extLst>
          </p:cNvPr>
          <p:cNvSpPr/>
          <p:nvPr/>
        </p:nvSpPr>
        <p:spPr>
          <a:xfrm>
            <a:off x="0" y="2306234"/>
            <a:ext cx="12192000" cy="4551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0361A8-3654-4D9F-9DD3-94366E7068A2}"/>
              </a:ext>
            </a:extLst>
          </p:cNvPr>
          <p:cNvSpPr/>
          <p:nvPr/>
        </p:nvSpPr>
        <p:spPr>
          <a:xfrm>
            <a:off x="0" y="-1"/>
            <a:ext cx="12192000" cy="230773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78" name="Retângulo: Cantos Arredondados 177">
            <a:extLst>
              <a:ext uri="{FF2B5EF4-FFF2-40B4-BE49-F238E27FC236}">
                <a16:creationId xmlns:a16="http://schemas.microsoft.com/office/drawing/2014/main" id="{5CBA837F-B316-4916-821D-4BF224067E99}"/>
              </a:ext>
            </a:extLst>
          </p:cNvPr>
          <p:cNvSpPr/>
          <p:nvPr/>
        </p:nvSpPr>
        <p:spPr>
          <a:xfrm>
            <a:off x="938212" y="190500"/>
            <a:ext cx="2028821" cy="1143000"/>
          </a:xfrm>
          <a:prstGeom prst="roundRect">
            <a:avLst>
              <a:gd name="adj" fmla="val 8333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79" name="Retângulo: Cantos Arredondados 178">
            <a:extLst>
              <a:ext uri="{FF2B5EF4-FFF2-40B4-BE49-F238E27FC236}">
                <a16:creationId xmlns:a16="http://schemas.microsoft.com/office/drawing/2014/main" id="{DE883C0C-2CEF-415C-99B9-84640C696C11}"/>
              </a:ext>
            </a:extLst>
          </p:cNvPr>
          <p:cNvSpPr/>
          <p:nvPr/>
        </p:nvSpPr>
        <p:spPr>
          <a:xfrm>
            <a:off x="3162296" y="199159"/>
            <a:ext cx="2062163" cy="1143000"/>
          </a:xfrm>
          <a:prstGeom prst="roundRect">
            <a:avLst>
              <a:gd name="adj" fmla="val 8333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0" name="Retângulo: Cantos Arredondados 179">
            <a:extLst>
              <a:ext uri="{FF2B5EF4-FFF2-40B4-BE49-F238E27FC236}">
                <a16:creationId xmlns:a16="http://schemas.microsoft.com/office/drawing/2014/main" id="{230593AA-E2D7-44BA-8756-EC69F9C3B6A9}"/>
              </a:ext>
            </a:extLst>
          </p:cNvPr>
          <p:cNvSpPr/>
          <p:nvPr/>
        </p:nvSpPr>
        <p:spPr>
          <a:xfrm>
            <a:off x="5419724" y="190500"/>
            <a:ext cx="2095500" cy="1143000"/>
          </a:xfrm>
          <a:prstGeom prst="roundRect">
            <a:avLst>
              <a:gd name="adj" fmla="val 8333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1" name="Retângulo: Cantos Arredondados 180">
            <a:extLst>
              <a:ext uri="{FF2B5EF4-FFF2-40B4-BE49-F238E27FC236}">
                <a16:creationId xmlns:a16="http://schemas.microsoft.com/office/drawing/2014/main" id="{3FFFA166-8D37-4C10-B09A-440D4A82C74A}"/>
              </a:ext>
            </a:extLst>
          </p:cNvPr>
          <p:cNvSpPr/>
          <p:nvPr/>
        </p:nvSpPr>
        <p:spPr>
          <a:xfrm>
            <a:off x="7710487" y="190500"/>
            <a:ext cx="2024061" cy="1143000"/>
          </a:xfrm>
          <a:prstGeom prst="roundRect">
            <a:avLst>
              <a:gd name="adj" fmla="val 8333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2" name="Retângulo: Cantos Arredondados 181">
            <a:extLst>
              <a:ext uri="{FF2B5EF4-FFF2-40B4-BE49-F238E27FC236}">
                <a16:creationId xmlns:a16="http://schemas.microsoft.com/office/drawing/2014/main" id="{56B87415-7C62-499A-A37A-01EE5F56CCE9}"/>
              </a:ext>
            </a:extLst>
          </p:cNvPr>
          <p:cNvSpPr/>
          <p:nvPr/>
        </p:nvSpPr>
        <p:spPr>
          <a:xfrm>
            <a:off x="9929812" y="190500"/>
            <a:ext cx="2066924" cy="1151659"/>
          </a:xfrm>
          <a:prstGeom prst="roundRect">
            <a:avLst>
              <a:gd name="adj" fmla="val 8271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3" name="Retângulo: Cantos Arredondados 182">
            <a:extLst>
              <a:ext uri="{FF2B5EF4-FFF2-40B4-BE49-F238E27FC236}">
                <a16:creationId xmlns:a16="http://schemas.microsoft.com/office/drawing/2014/main" id="{C13F852F-51F9-451A-B124-65C60037757B}"/>
              </a:ext>
            </a:extLst>
          </p:cNvPr>
          <p:cNvSpPr/>
          <p:nvPr/>
        </p:nvSpPr>
        <p:spPr>
          <a:xfrm>
            <a:off x="938213" y="1541318"/>
            <a:ext cx="3533776" cy="2441864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A9CC412E-A2DA-4A77-9D4D-B96D6AEA0261}"/>
              </a:ext>
            </a:extLst>
          </p:cNvPr>
          <p:cNvSpPr/>
          <p:nvPr/>
        </p:nvSpPr>
        <p:spPr>
          <a:xfrm>
            <a:off x="1" y="0"/>
            <a:ext cx="752473" cy="6858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5" name="Retângulo: Cantos Arredondados 184">
            <a:extLst>
              <a:ext uri="{FF2B5EF4-FFF2-40B4-BE49-F238E27FC236}">
                <a16:creationId xmlns:a16="http://schemas.microsoft.com/office/drawing/2014/main" id="{D6B42162-E1AD-471E-8E50-3F8285B58B0D}"/>
              </a:ext>
            </a:extLst>
          </p:cNvPr>
          <p:cNvSpPr/>
          <p:nvPr/>
        </p:nvSpPr>
        <p:spPr>
          <a:xfrm>
            <a:off x="4657728" y="1541319"/>
            <a:ext cx="3602600" cy="2441864"/>
          </a:xfrm>
          <a:prstGeom prst="roundRect">
            <a:avLst>
              <a:gd name="adj" fmla="val 3901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86" name="Retângulo: Cantos Arredondados 185">
            <a:extLst>
              <a:ext uri="{FF2B5EF4-FFF2-40B4-BE49-F238E27FC236}">
                <a16:creationId xmlns:a16="http://schemas.microsoft.com/office/drawing/2014/main" id="{FA9AA816-9B55-46FB-AC4D-0AF86D080E57}"/>
              </a:ext>
            </a:extLst>
          </p:cNvPr>
          <p:cNvSpPr/>
          <p:nvPr/>
        </p:nvSpPr>
        <p:spPr>
          <a:xfrm>
            <a:off x="8448675" y="1541319"/>
            <a:ext cx="3548062" cy="5126181"/>
          </a:xfrm>
          <a:prstGeom prst="roundRect">
            <a:avLst>
              <a:gd name="adj" fmla="val 2685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7" name="Retângulo: Cantos Arredondados 186">
            <a:extLst>
              <a:ext uri="{FF2B5EF4-FFF2-40B4-BE49-F238E27FC236}">
                <a16:creationId xmlns:a16="http://schemas.microsoft.com/office/drawing/2014/main" id="{D019600D-E7EE-43FB-B9C6-7438E563D325}"/>
              </a:ext>
            </a:extLst>
          </p:cNvPr>
          <p:cNvSpPr/>
          <p:nvPr/>
        </p:nvSpPr>
        <p:spPr>
          <a:xfrm>
            <a:off x="923927" y="4182341"/>
            <a:ext cx="3548062" cy="247650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88" name="Retângulo: Cantos Arredondados 187">
            <a:extLst>
              <a:ext uri="{FF2B5EF4-FFF2-40B4-BE49-F238E27FC236}">
                <a16:creationId xmlns:a16="http://schemas.microsoft.com/office/drawing/2014/main" id="{EADE9458-B046-4A13-9F3F-D4220062DFCB}"/>
              </a:ext>
            </a:extLst>
          </p:cNvPr>
          <p:cNvSpPr/>
          <p:nvPr/>
        </p:nvSpPr>
        <p:spPr>
          <a:xfrm>
            <a:off x="4672014" y="4199660"/>
            <a:ext cx="3602600" cy="2459182"/>
          </a:xfrm>
          <a:prstGeom prst="roundRect">
            <a:avLst>
              <a:gd name="adj" fmla="val 3873"/>
            </a:avLst>
          </a:prstGeom>
          <a:solidFill>
            <a:schemeClr val="bg1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1" name="Retângulo: Cantos Arredondados 350">
            <a:extLst>
              <a:ext uri="{FF2B5EF4-FFF2-40B4-BE49-F238E27FC236}">
                <a16:creationId xmlns:a16="http://schemas.microsoft.com/office/drawing/2014/main" id="{75900B9C-0F8F-44A0-BB19-19E672AC24FD}"/>
              </a:ext>
            </a:extLst>
          </p:cNvPr>
          <p:cNvSpPr/>
          <p:nvPr/>
        </p:nvSpPr>
        <p:spPr>
          <a:xfrm>
            <a:off x="1114425" y="53253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52" name="Retângulo: Cantos Arredondados 351">
            <a:extLst>
              <a:ext uri="{FF2B5EF4-FFF2-40B4-BE49-F238E27FC236}">
                <a16:creationId xmlns:a16="http://schemas.microsoft.com/office/drawing/2014/main" id="{936078B8-7B46-45FA-90E9-2BD9FE2A015D}"/>
              </a:ext>
            </a:extLst>
          </p:cNvPr>
          <p:cNvSpPr/>
          <p:nvPr/>
        </p:nvSpPr>
        <p:spPr>
          <a:xfrm>
            <a:off x="3338513" y="53253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3" name="Retângulo: Cantos Arredondados 352">
            <a:extLst>
              <a:ext uri="{FF2B5EF4-FFF2-40B4-BE49-F238E27FC236}">
                <a16:creationId xmlns:a16="http://schemas.microsoft.com/office/drawing/2014/main" id="{4A007D25-0939-4D29-960F-3DD91EA83397}"/>
              </a:ext>
            </a:extLst>
          </p:cNvPr>
          <p:cNvSpPr/>
          <p:nvPr/>
        </p:nvSpPr>
        <p:spPr>
          <a:xfrm>
            <a:off x="5586409" y="506182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54" name="Retângulo: Cantos Arredondados 353">
            <a:extLst>
              <a:ext uri="{FF2B5EF4-FFF2-40B4-BE49-F238E27FC236}">
                <a16:creationId xmlns:a16="http://schemas.microsoft.com/office/drawing/2014/main" id="{265C537F-8523-47E7-8909-BACC01E3D58D}"/>
              </a:ext>
            </a:extLst>
          </p:cNvPr>
          <p:cNvSpPr/>
          <p:nvPr/>
        </p:nvSpPr>
        <p:spPr>
          <a:xfrm>
            <a:off x="7881938" y="505269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55" name="Retângulo: Cantos Arredondados 354">
            <a:extLst>
              <a:ext uri="{FF2B5EF4-FFF2-40B4-BE49-F238E27FC236}">
                <a16:creationId xmlns:a16="http://schemas.microsoft.com/office/drawing/2014/main" id="{B5E09D3D-7B8E-43BD-96CA-EE887C58699A}"/>
              </a:ext>
            </a:extLst>
          </p:cNvPr>
          <p:cNvSpPr/>
          <p:nvPr/>
        </p:nvSpPr>
        <p:spPr>
          <a:xfrm>
            <a:off x="10098041" y="51308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6" name="Forma Livre: Forma 375">
            <a:extLst>
              <a:ext uri="{FF2B5EF4-FFF2-40B4-BE49-F238E27FC236}">
                <a16:creationId xmlns:a16="http://schemas.microsoft.com/office/drawing/2014/main" id="{34828E62-4C49-448C-98E3-B2CB09C74DD5}"/>
              </a:ext>
            </a:extLst>
          </p:cNvPr>
          <p:cNvSpPr>
            <a:spLocks noChangeAspect="1"/>
          </p:cNvSpPr>
          <p:nvPr/>
        </p:nvSpPr>
        <p:spPr>
          <a:xfrm>
            <a:off x="1235722" y="648007"/>
            <a:ext cx="227974" cy="227985"/>
          </a:xfrm>
          <a:custGeom>
            <a:avLst/>
            <a:gdLst>
              <a:gd name="connsiteX0" fmla="*/ 1485790 w 3257782"/>
              <a:gd name="connsiteY0" fmla="*/ 0 h 3257942"/>
              <a:gd name="connsiteX1" fmla="*/ 3036304 w 3257782"/>
              <a:gd name="connsiteY1" fmla="*/ 221636 h 3257942"/>
              <a:gd name="connsiteX2" fmla="*/ 3257783 w 3257782"/>
              <a:gd name="connsiteY2" fmla="*/ 1772306 h 3257942"/>
              <a:gd name="connsiteX3" fmla="*/ 1818009 w 3257782"/>
              <a:gd name="connsiteY3" fmla="*/ 3212080 h 3257942"/>
              <a:gd name="connsiteX4" fmla="*/ 1596530 w 3257782"/>
              <a:gd name="connsiteY4" fmla="*/ 3212080 h 3257942"/>
              <a:gd name="connsiteX5" fmla="*/ 45860 w 3257782"/>
              <a:gd name="connsiteY5" fmla="*/ 1661410 h 3257942"/>
              <a:gd name="connsiteX6" fmla="*/ 45860 w 3257782"/>
              <a:gd name="connsiteY6" fmla="*/ 1439930 h 3257942"/>
              <a:gd name="connsiteX7" fmla="*/ 1485790 w 3257782"/>
              <a:gd name="connsiteY7" fmla="*/ 0 h 3257942"/>
              <a:gd name="connsiteX8" fmla="*/ 1596530 w 3257782"/>
              <a:gd name="connsiteY8" fmla="*/ 332376 h 3257942"/>
              <a:gd name="connsiteX9" fmla="*/ 378079 w 3257782"/>
              <a:gd name="connsiteY9" fmla="*/ 1550670 h 3257942"/>
              <a:gd name="connsiteX10" fmla="*/ 1707270 w 3257782"/>
              <a:gd name="connsiteY10" fmla="*/ 2879704 h 3257942"/>
              <a:gd name="connsiteX11" fmla="*/ 2925564 w 3257782"/>
              <a:gd name="connsiteY11" fmla="*/ 1661410 h 3257942"/>
              <a:gd name="connsiteX12" fmla="*/ 2759532 w 3257782"/>
              <a:gd name="connsiteY12" fmla="*/ 498407 h 3257942"/>
              <a:gd name="connsiteX13" fmla="*/ 1596530 w 3257782"/>
              <a:gd name="connsiteY13" fmla="*/ 332376 h 3257942"/>
              <a:gd name="connsiteX14" fmla="*/ 1928593 w 3257782"/>
              <a:gd name="connsiteY14" fmla="*/ 1329191 h 3257942"/>
              <a:gd name="connsiteX15" fmla="*/ 1928671 w 3257782"/>
              <a:gd name="connsiteY15" fmla="*/ 885996 h 3257942"/>
              <a:gd name="connsiteX16" fmla="*/ 2371865 w 3257782"/>
              <a:gd name="connsiteY16" fmla="*/ 886075 h 3257942"/>
              <a:gd name="connsiteX17" fmla="*/ 2371787 w 3257782"/>
              <a:gd name="connsiteY17" fmla="*/ 1329269 h 3257942"/>
              <a:gd name="connsiteX18" fmla="*/ 1928593 w 3257782"/>
              <a:gd name="connsiteY18" fmla="*/ 1329191 h 325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57782" h="3257942">
                <a:moveTo>
                  <a:pt x="1485790" y="0"/>
                </a:moveTo>
                <a:lnTo>
                  <a:pt x="3036304" y="221636"/>
                </a:lnTo>
                <a:lnTo>
                  <a:pt x="3257783" y="1772306"/>
                </a:lnTo>
                <a:lnTo>
                  <a:pt x="1818009" y="3212080"/>
                </a:lnTo>
                <a:cubicBezTo>
                  <a:pt x="1756844" y="3273230"/>
                  <a:pt x="1657695" y="3273230"/>
                  <a:pt x="1596530" y="3212080"/>
                </a:cubicBezTo>
                <a:lnTo>
                  <a:pt x="45860" y="1661410"/>
                </a:lnTo>
                <a:cubicBezTo>
                  <a:pt x="-15287" y="1600244"/>
                  <a:pt x="-15287" y="1501096"/>
                  <a:pt x="45860" y="1439930"/>
                </a:cubicBezTo>
                <a:lnTo>
                  <a:pt x="1485790" y="0"/>
                </a:lnTo>
                <a:close/>
                <a:moveTo>
                  <a:pt x="1596530" y="332376"/>
                </a:moveTo>
                <a:lnTo>
                  <a:pt x="378079" y="1550670"/>
                </a:lnTo>
                <a:lnTo>
                  <a:pt x="1707270" y="2879704"/>
                </a:lnTo>
                <a:lnTo>
                  <a:pt x="2925564" y="1661410"/>
                </a:lnTo>
                <a:lnTo>
                  <a:pt x="2759532" y="498407"/>
                </a:lnTo>
                <a:lnTo>
                  <a:pt x="1596530" y="332376"/>
                </a:lnTo>
                <a:close/>
                <a:moveTo>
                  <a:pt x="1928593" y="1329191"/>
                </a:moveTo>
                <a:cubicBezTo>
                  <a:pt x="1806231" y="1206785"/>
                  <a:pt x="1806262" y="1008360"/>
                  <a:pt x="1928671" y="885996"/>
                </a:cubicBezTo>
                <a:cubicBezTo>
                  <a:pt x="2051080" y="763633"/>
                  <a:pt x="2249503" y="763669"/>
                  <a:pt x="2371865" y="886075"/>
                </a:cubicBezTo>
                <a:cubicBezTo>
                  <a:pt x="2494227" y="1008481"/>
                  <a:pt x="2494196" y="1206905"/>
                  <a:pt x="2371787" y="1329269"/>
                </a:cubicBezTo>
                <a:cubicBezTo>
                  <a:pt x="2249378" y="1451631"/>
                  <a:pt x="2050955" y="1451600"/>
                  <a:pt x="1928593" y="1329191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377" name="Forma Livre: Forma 376">
            <a:extLst>
              <a:ext uri="{FF2B5EF4-FFF2-40B4-BE49-F238E27FC236}">
                <a16:creationId xmlns:a16="http://schemas.microsoft.com/office/drawing/2014/main" id="{76EAFD84-9DD9-48DA-8271-49884378992F}"/>
              </a:ext>
            </a:extLst>
          </p:cNvPr>
          <p:cNvSpPr>
            <a:spLocks noChangeAspect="1"/>
          </p:cNvSpPr>
          <p:nvPr/>
        </p:nvSpPr>
        <p:spPr>
          <a:xfrm>
            <a:off x="3450431" y="633716"/>
            <a:ext cx="252413" cy="256568"/>
          </a:xfrm>
          <a:custGeom>
            <a:avLst/>
            <a:gdLst>
              <a:gd name="connsiteX0" fmla="*/ 507962 w 3273490"/>
              <a:gd name="connsiteY0" fmla="*/ 729441 h 3327361"/>
              <a:gd name="connsiteX1" fmla="*/ 0 w 3273490"/>
              <a:gd name="connsiteY1" fmla="*/ 221636 h 3327361"/>
              <a:gd name="connsiteX2" fmla="*/ 221636 w 3273490"/>
              <a:gd name="connsiteY2" fmla="*/ 0 h 3327361"/>
              <a:gd name="connsiteX3" fmla="*/ 729441 w 3273490"/>
              <a:gd name="connsiteY3" fmla="*/ 507962 h 3327361"/>
              <a:gd name="connsiteX4" fmla="*/ 3116847 w 3273490"/>
              <a:gd name="connsiteY4" fmla="*/ 507962 h 3327361"/>
              <a:gd name="connsiteX5" fmla="*/ 3273491 w 3273490"/>
              <a:gd name="connsiteY5" fmla="*/ 664584 h 3327361"/>
              <a:gd name="connsiteX6" fmla="*/ 3266902 w 3273490"/>
              <a:gd name="connsiteY6" fmla="*/ 709549 h 3327361"/>
              <a:gd name="connsiteX7" fmla="*/ 2890982 w 3273490"/>
              <a:gd name="connsiteY7" fmla="*/ 1962616 h 3327361"/>
              <a:gd name="connsiteX8" fmla="*/ 2740927 w 3273490"/>
              <a:gd name="connsiteY8" fmla="*/ 2074295 h 3327361"/>
              <a:gd name="connsiteX9" fmla="*/ 821229 w 3273490"/>
              <a:gd name="connsiteY9" fmla="*/ 2074295 h 3327361"/>
              <a:gd name="connsiteX10" fmla="*/ 821229 w 3273490"/>
              <a:gd name="connsiteY10" fmla="*/ 2387562 h 3327361"/>
              <a:gd name="connsiteX11" fmla="*/ 2544195 w 3273490"/>
              <a:gd name="connsiteY11" fmla="*/ 2387562 h 3327361"/>
              <a:gd name="connsiteX12" fmla="*/ 2544195 w 3273490"/>
              <a:gd name="connsiteY12" fmla="*/ 2700829 h 3327361"/>
              <a:gd name="connsiteX13" fmla="*/ 664595 w 3273490"/>
              <a:gd name="connsiteY13" fmla="*/ 2700829 h 3327361"/>
              <a:gd name="connsiteX14" fmla="*/ 507962 w 3273490"/>
              <a:gd name="connsiteY14" fmla="*/ 2544195 h 3327361"/>
              <a:gd name="connsiteX15" fmla="*/ 507962 w 3273490"/>
              <a:gd name="connsiteY15" fmla="*/ 729441 h 3327361"/>
              <a:gd name="connsiteX16" fmla="*/ 821229 w 3273490"/>
              <a:gd name="connsiteY16" fmla="*/ 821229 h 3327361"/>
              <a:gd name="connsiteX17" fmla="*/ 821229 w 3273490"/>
              <a:gd name="connsiteY17" fmla="*/ 1761029 h 3327361"/>
              <a:gd name="connsiteX18" fmla="*/ 2624391 w 3273490"/>
              <a:gd name="connsiteY18" fmla="*/ 1761029 h 3327361"/>
              <a:gd name="connsiteX19" fmla="*/ 2906332 w 3273490"/>
              <a:gd name="connsiteY19" fmla="*/ 821229 h 3327361"/>
              <a:gd name="connsiteX20" fmla="*/ 821229 w 3273490"/>
              <a:gd name="connsiteY20" fmla="*/ 821229 h 3327361"/>
              <a:gd name="connsiteX21" fmla="*/ 742912 w 3273490"/>
              <a:gd name="connsiteY21" fmla="*/ 3327362 h 3327361"/>
              <a:gd name="connsiteX22" fmla="*/ 507962 w 3273490"/>
              <a:gd name="connsiteY22" fmla="*/ 3092412 h 3327361"/>
              <a:gd name="connsiteX23" fmla="*/ 742912 w 3273490"/>
              <a:gd name="connsiteY23" fmla="*/ 2857462 h 3327361"/>
              <a:gd name="connsiteX24" fmla="*/ 977862 w 3273490"/>
              <a:gd name="connsiteY24" fmla="*/ 3092412 h 3327361"/>
              <a:gd name="connsiteX25" fmla="*/ 742912 w 3273490"/>
              <a:gd name="connsiteY25" fmla="*/ 3327362 h 3327361"/>
              <a:gd name="connsiteX26" fmla="*/ 2622512 w 3273490"/>
              <a:gd name="connsiteY26" fmla="*/ 3327362 h 3327361"/>
              <a:gd name="connsiteX27" fmla="*/ 2387562 w 3273490"/>
              <a:gd name="connsiteY27" fmla="*/ 3092412 h 3327361"/>
              <a:gd name="connsiteX28" fmla="*/ 2622512 w 3273490"/>
              <a:gd name="connsiteY28" fmla="*/ 2857462 h 3327361"/>
              <a:gd name="connsiteX29" fmla="*/ 2857462 w 3273490"/>
              <a:gd name="connsiteY29" fmla="*/ 3092412 h 3327361"/>
              <a:gd name="connsiteX30" fmla="*/ 2622512 w 3273490"/>
              <a:gd name="connsiteY30" fmla="*/ 3327362 h 332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73490" h="3327361">
                <a:moveTo>
                  <a:pt x="507962" y="729441"/>
                </a:moveTo>
                <a:lnTo>
                  <a:pt x="0" y="221636"/>
                </a:lnTo>
                <a:lnTo>
                  <a:pt x="221636" y="0"/>
                </a:lnTo>
                <a:lnTo>
                  <a:pt x="729441" y="507962"/>
                </a:lnTo>
                <a:lnTo>
                  <a:pt x="3116847" y="507962"/>
                </a:lnTo>
                <a:cubicBezTo>
                  <a:pt x="3203353" y="507956"/>
                  <a:pt x="3273485" y="578078"/>
                  <a:pt x="3273491" y="664584"/>
                </a:cubicBezTo>
                <a:cubicBezTo>
                  <a:pt x="3273492" y="679813"/>
                  <a:pt x="3271272" y="694961"/>
                  <a:pt x="3266902" y="709549"/>
                </a:cubicBezTo>
                <a:lnTo>
                  <a:pt x="2890982" y="1962616"/>
                </a:lnTo>
                <a:cubicBezTo>
                  <a:pt x="2871123" y="2028900"/>
                  <a:pt x="2810123" y="2074300"/>
                  <a:pt x="2740927" y="2074295"/>
                </a:cubicBezTo>
                <a:lnTo>
                  <a:pt x="821229" y="2074295"/>
                </a:lnTo>
                <a:lnTo>
                  <a:pt x="821229" y="2387562"/>
                </a:lnTo>
                <a:lnTo>
                  <a:pt x="2544195" y="2387562"/>
                </a:lnTo>
                <a:lnTo>
                  <a:pt x="2544195" y="2700829"/>
                </a:lnTo>
                <a:lnTo>
                  <a:pt x="664595" y="2700829"/>
                </a:lnTo>
                <a:cubicBezTo>
                  <a:pt x="578089" y="2700829"/>
                  <a:pt x="507962" y="2630701"/>
                  <a:pt x="507962" y="2544195"/>
                </a:cubicBezTo>
                <a:lnTo>
                  <a:pt x="507962" y="729441"/>
                </a:lnTo>
                <a:close/>
                <a:moveTo>
                  <a:pt x="821229" y="821229"/>
                </a:moveTo>
                <a:lnTo>
                  <a:pt x="821229" y="1761029"/>
                </a:lnTo>
                <a:lnTo>
                  <a:pt x="2624391" y="1761029"/>
                </a:lnTo>
                <a:lnTo>
                  <a:pt x="2906332" y="821229"/>
                </a:lnTo>
                <a:lnTo>
                  <a:pt x="821229" y="821229"/>
                </a:lnTo>
                <a:close/>
                <a:moveTo>
                  <a:pt x="742912" y="3327362"/>
                </a:moveTo>
                <a:cubicBezTo>
                  <a:pt x="613153" y="3327362"/>
                  <a:pt x="507962" y="3222171"/>
                  <a:pt x="507962" y="3092412"/>
                </a:cubicBezTo>
                <a:cubicBezTo>
                  <a:pt x="507962" y="2962653"/>
                  <a:pt x="613153" y="2857462"/>
                  <a:pt x="742912" y="2857462"/>
                </a:cubicBezTo>
                <a:cubicBezTo>
                  <a:pt x="872671" y="2857462"/>
                  <a:pt x="977862" y="2962653"/>
                  <a:pt x="977862" y="3092412"/>
                </a:cubicBezTo>
                <a:cubicBezTo>
                  <a:pt x="977862" y="3222171"/>
                  <a:pt x="872671" y="3327362"/>
                  <a:pt x="742912" y="3327362"/>
                </a:cubicBezTo>
                <a:close/>
                <a:moveTo>
                  <a:pt x="2622512" y="3327362"/>
                </a:moveTo>
                <a:cubicBezTo>
                  <a:pt x="2492753" y="3327362"/>
                  <a:pt x="2387562" y="3222171"/>
                  <a:pt x="2387562" y="3092412"/>
                </a:cubicBezTo>
                <a:cubicBezTo>
                  <a:pt x="2387562" y="2962653"/>
                  <a:pt x="2492753" y="2857462"/>
                  <a:pt x="2622512" y="2857462"/>
                </a:cubicBezTo>
                <a:cubicBezTo>
                  <a:pt x="2752271" y="2857462"/>
                  <a:pt x="2857462" y="2962653"/>
                  <a:pt x="2857462" y="3092412"/>
                </a:cubicBezTo>
                <a:cubicBezTo>
                  <a:pt x="2857462" y="3222171"/>
                  <a:pt x="2752271" y="3327362"/>
                  <a:pt x="2622512" y="3327362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378" name="Forma Livre: Forma 377">
            <a:extLst>
              <a:ext uri="{FF2B5EF4-FFF2-40B4-BE49-F238E27FC236}">
                <a16:creationId xmlns:a16="http://schemas.microsoft.com/office/drawing/2014/main" id="{77BCA2AC-E5D5-469F-8886-9728440CB113}"/>
              </a:ext>
            </a:extLst>
          </p:cNvPr>
          <p:cNvSpPr>
            <a:spLocks noChangeAspect="1"/>
          </p:cNvSpPr>
          <p:nvPr/>
        </p:nvSpPr>
        <p:spPr>
          <a:xfrm>
            <a:off x="5693174" y="633717"/>
            <a:ext cx="269196" cy="242276"/>
          </a:xfrm>
          <a:custGeom>
            <a:avLst/>
            <a:gdLst>
              <a:gd name="connsiteX0" fmla="*/ 2506133 w 3132666"/>
              <a:gd name="connsiteY0" fmla="*/ 626533 h 2819400"/>
              <a:gd name="connsiteX1" fmla="*/ 2976033 w 3132666"/>
              <a:gd name="connsiteY1" fmla="*/ 626533 h 2819400"/>
              <a:gd name="connsiteX2" fmla="*/ 3132667 w 3132666"/>
              <a:gd name="connsiteY2" fmla="*/ 783167 h 2819400"/>
              <a:gd name="connsiteX3" fmla="*/ 3132667 w 3132666"/>
              <a:gd name="connsiteY3" fmla="*/ 2662767 h 2819400"/>
              <a:gd name="connsiteX4" fmla="*/ 2976033 w 3132666"/>
              <a:gd name="connsiteY4" fmla="*/ 2819400 h 2819400"/>
              <a:gd name="connsiteX5" fmla="*/ 156633 w 3132666"/>
              <a:gd name="connsiteY5" fmla="*/ 2819400 h 2819400"/>
              <a:gd name="connsiteX6" fmla="*/ 0 w 3132666"/>
              <a:gd name="connsiteY6" fmla="*/ 2662767 h 2819400"/>
              <a:gd name="connsiteX7" fmla="*/ 0 w 3132666"/>
              <a:gd name="connsiteY7" fmla="*/ 156633 h 2819400"/>
              <a:gd name="connsiteX8" fmla="*/ 156633 w 3132666"/>
              <a:gd name="connsiteY8" fmla="*/ 0 h 2819400"/>
              <a:gd name="connsiteX9" fmla="*/ 2506133 w 3132666"/>
              <a:gd name="connsiteY9" fmla="*/ 0 h 2819400"/>
              <a:gd name="connsiteX10" fmla="*/ 2506133 w 3132666"/>
              <a:gd name="connsiteY10" fmla="*/ 626533 h 2819400"/>
              <a:gd name="connsiteX11" fmla="*/ 313267 w 3132666"/>
              <a:gd name="connsiteY11" fmla="*/ 939800 h 2819400"/>
              <a:gd name="connsiteX12" fmla="*/ 313267 w 3132666"/>
              <a:gd name="connsiteY12" fmla="*/ 2506133 h 2819400"/>
              <a:gd name="connsiteX13" fmla="*/ 2819400 w 3132666"/>
              <a:gd name="connsiteY13" fmla="*/ 2506133 h 2819400"/>
              <a:gd name="connsiteX14" fmla="*/ 2819400 w 3132666"/>
              <a:gd name="connsiteY14" fmla="*/ 939800 h 2819400"/>
              <a:gd name="connsiteX15" fmla="*/ 313267 w 3132666"/>
              <a:gd name="connsiteY15" fmla="*/ 939800 h 2819400"/>
              <a:gd name="connsiteX16" fmla="*/ 313267 w 3132666"/>
              <a:gd name="connsiteY16" fmla="*/ 313267 h 2819400"/>
              <a:gd name="connsiteX17" fmla="*/ 313267 w 3132666"/>
              <a:gd name="connsiteY17" fmla="*/ 626533 h 2819400"/>
              <a:gd name="connsiteX18" fmla="*/ 2192867 w 3132666"/>
              <a:gd name="connsiteY18" fmla="*/ 626533 h 2819400"/>
              <a:gd name="connsiteX19" fmla="*/ 2192867 w 3132666"/>
              <a:gd name="connsiteY19" fmla="*/ 313267 h 2819400"/>
              <a:gd name="connsiteX20" fmla="*/ 313267 w 3132666"/>
              <a:gd name="connsiteY20" fmla="*/ 313267 h 2819400"/>
              <a:gd name="connsiteX21" fmla="*/ 2036233 w 3132666"/>
              <a:gd name="connsiteY21" fmla="*/ 1566333 h 2819400"/>
              <a:gd name="connsiteX22" fmla="*/ 2506133 w 3132666"/>
              <a:gd name="connsiteY22" fmla="*/ 1566333 h 2819400"/>
              <a:gd name="connsiteX23" fmla="*/ 2506133 w 3132666"/>
              <a:gd name="connsiteY23" fmla="*/ 1879600 h 2819400"/>
              <a:gd name="connsiteX24" fmla="*/ 2036233 w 3132666"/>
              <a:gd name="connsiteY24" fmla="*/ 1879600 h 2819400"/>
              <a:gd name="connsiteX25" fmla="*/ 2036233 w 3132666"/>
              <a:gd name="connsiteY25" fmla="*/ 1566333 h 281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32666" h="2819400">
                <a:moveTo>
                  <a:pt x="2506133" y="626533"/>
                </a:moveTo>
                <a:lnTo>
                  <a:pt x="2976033" y="626533"/>
                </a:lnTo>
                <a:cubicBezTo>
                  <a:pt x="3062542" y="626533"/>
                  <a:pt x="3132667" y="696661"/>
                  <a:pt x="3132667" y="783167"/>
                </a:cubicBezTo>
                <a:lnTo>
                  <a:pt x="3132667" y="2662767"/>
                </a:lnTo>
                <a:cubicBezTo>
                  <a:pt x="3132667" y="2749275"/>
                  <a:pt x="3062542" y="2819400"/>
                  <a:pt x="2976033" y="2819400"/>
                </a:cubicBezTo>
                <a:lnTo>
                  <a:pt x="156633" y="2819400"/>
                </a:lnTo>
                <a:cubicBezTo>
                  <a:pt x="70128" y="2819400"/>
                  <a:pt x="0" y="2749275"/>
                  <a:pt x="0" y="2662767"/>
                </a:cubicBezTo>
                <a:lnTo>
                  <a:pt x="0" y="156633"/>
                </a:lnTo>
                <a:cubicBezTo>
                  <a:pt x="0" y="70128"/>
                  <a:pt x="70128" y="0"/>
                  <a:pt x="156633" y="0"/>
                </a:cubicBezTo>
                <a:lnTo>
                  <a:pt x="2506133" y="0"/>
                </a:lnTo>
                <a:lnTo>
                  <a:pt x="2506133" y="626533"/>
                </a:lnTo>
                <a:close/>
                <a:moveTo>
                  <a:pt x="313267" y="939800"/>
                </a:moveTo>
                <a:lnTo>
                  <a:pt x="313267" y="2506133"/>
                </a:lnTo>
                <a:lnTo>
                  <a:pt x="2819400" y="2506133"/>
                </a:lnTo>
                <a:lnTo>
                  <a:pt x="2819400" y="939800"/>
                </a:lnTo>
                <a:lnTo>
                  <a:pt x="313267" y="939800"/>
                </a:lnTo>
                <a:close/>
                <a:moveTo>
                  <a:pt x="313267" y="313267"/>
                </a:moveTo>
                <a:lnTo>
                  <a:pt x="313267" y="626533"/>
                </a:lnTo>
                <a:lnTo>
                  <a:pt x="2192867" y="626533"/>
                </a:lnTo>
                <a:lnTo>
                  <a:pt x="2192867" y="313267"/>
                </a:lnTo>
                <a:lnTo>
                  <a:pt x="313267" y="313267"/>
                </a:lnTo>
                <a:close/>
                <a:moveTo>
                  <a:pt x="2036233" y="1566333"/>
                </a:moveTo>
                <a:lnTo>
                  <a:pt x="2506133" y="1566333"/>
                </a:lnTo>
                <a:lnTo>
                  <a:pt x="2506133" y="1879600"/>
                </a:lnTo>
                <a:lnTo>
                  <a:pt x="2036233" y="1879600"/>
                </a:lnTo>
                <a:lnTo>
                  <a:pt x="2036233" y="1566333"/>
                </a:ln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79" name="Forma Livre: Forma 378">
            <a:extLst>
              <a:ext uri="{FF2B5EF4-FFF2-40B4-BE49-F238E27FC236}">
                <a16:creationId xmlns:a16="http://schemas.microsoft.com/office/drawing/2014/main" id="{09B43A32-645A-49CB-B11A-0C056784EE4D}"/>
              </a:ext>
            </a:extLst>
          </p:cNvPr>
          <p:cNvSpPr>
            <a:spLocks noChangeAspect="1"/>
          </p:cNvSpPr>
          <p:nvPr/>
        </p:nvSpPr>
        <p:spPr>
          <a:xfrm flipH="1">
            <a:off x="7979798" y="633716"/>
            <a:ext cx="280530" cy="242276"/>
          </a:xfrm>
          <a:custGeom>
            <a:avLst/>
            <a:gdLst>
              <a:gd name="connsiteX0" fmla="*/ 2192867 w 3445933"/>
              <a:gd name="connsiteY0" fmla="*/ 1 h 2976034"/>
              <a:gd name="connsiteX1" fmla="*/ 2819478 w 3445933"/>
              <a:gd name="connsiteY1" fmla="*/ 626459 h 2976034"/>
              <a:gd name="connsiteX2" fmla="*/ 2735445 w 3445933"/>
              <a:gd name="connsiteY2" fmla="*/ 939958 h 2976034"/>
              <a:gd name="connsiteX3" fmla="*/ 3445933 w 3445933"/>
              <a:gd name="connsiteY3" fmla="*/ 939801 h 2976034"/>
              <a:gd name="connsiteX4" fmla="*/ 3445933 w 3445933"/>
              <a:gd name="connsiteY4" fmla="*/ 1253068 h 2976034"/>
              <a:gd name="connsiteX5" fmla="*/ 3132667 w 3445933"/>
              <a:gd name="connsiteY5" fmla="*/ 1253068 h 2976034"/>
              <a:gd name="connsiteX6" fmla="*/ 3132667 w 3445933"/>
              <a:gd name="connsiteY6" fmla="*/ 2819401 h 2976034"/>
              <a:gd name="connsiteX7" fmla="*/ 2976033 w 3445933"/>
              <a:gd name="connsiteY7" fmla="*/ 2976034 h 2976034"/>
              <a:gd name="connsiteX8" fmla="*/ 469900 w 3445933"/>
              <a:gd name="connsiteY8" fmla="*/ 2976034 h 2976034"/>
              <a:gd name="connsiteX9" fmla="*/ 313267 w 3445933"/>
              <a:gd name="connsiteY9" fmla="*/ 2819401 h 2976034"/>
              <a:gd name="connsiteX10" fmla="*/ 313267 w 3445933"/>
              <a:gd name="connsiteY10" fmla="*/ 1253068 h 2976034"/>
              <a:gd name="connsiteX11" fmla="*/ 0 w 3445933"/>
              <a:gd name="connsiteY11" fmla="*/ 1253068 h 2976034"/>
              <a:gd name="connsiteX12" fmla="*/ 0 w 3445933"/>
              <a:gd name="connsiteY12" fmla="*/ 939801 h 2976034"/>
              <a:gd name="connsiteX13" fmla="*/ 710489 w 3445933"/>
              <a:gd name="connsiteY13" fmla="*/ 939958 h 2976034"/>
              <a:gd name="connsiteX14" fmla="*/ 939720 w 3445933"/>
              <a:gd name="connsiteY14" fmla="*/ 84072 h 2976034"/>
              <a:gd name="connsiteX15" fmla="*/ 1722967 w 3445933"/>
              <a:gd name="connsiteY15" fmla="*/ 212239 h 2976034"/>
              <a:gd name="connsiteX16" fmla="*/ 2192867 w 3445933"/>
              <a:gd name="connsiteY16" fmla="*/ 1 h 2976034"/>
              <a:gd name="connsiteX17" fmla="*/ 1566333 w 3445933"/>
              <a:gd name="connsiteY17" fmla="*/ 1253068 h 2976034"/>
              <a:gd name="connsiteX18" fmla="*/ 626533 w 3445933"/>
              <a:gd name="connsiteY18" fmla="*/ 1253068 h 2976034"/>
              <a:gd name="connsiteX19" fmla="*/ 626533 w 3445933"/>
              <a:gd name="connsiteY19" fmla="*/ 2662768 h 2976034"/>
              <a:gd name="connsiteX20" fmla="*/ 1566333 w 3445933"/>
              <a:gd name="connsiteY20" fmla="*/ 2662768 h 2976034"/>
              <a:gd name="connsiteX21" fmla="*/ 1566333 w 3445933"/>
              <a:gd name="connsiteY21" fmla="*/ 1253068 h 2976034"/>
              <a:gd name="connsiteX22" fmla="*/ 2819400 w 3445933"/>
              <a:gd name="connsiteY22" fmla="*/ 1253068 h 2976034"/>
              <a:gd name="connsiteX23" fmla="*/ 1879600 w 3445933"/>
              <a:gd name="connsiteY23" fmla="*/ 1253068 h 2976034"/>
              <a:gd name="connsiteX24" fmla="*/ 1879600 w 3445933"/>
              <a:gd name="connsiteY24" fmla="*/ 2662768 h 2976034"/>
              <a:gd name="connsiteX25" fmla="*/ 2819400 w 3445933"/>
              <a:gd name="connsiteY25" fmla="*/ 2662768 h 2976034"/>
              <a:gd name="connsiteX26" fmla="*/ 2819400 w 3445933"/>
              <a:gd name="connsiteY26" fmla="*/ 1253068 h 2976034"/>
              <a:gd name="connsiteX27" fmla="*/ 1253067 w 3445933"/>
              <a:gd name="connsiteY27" fmla="*/ 313268 h 2976034"/>
              <a:gd name="connsiteX28" fmla="*/ 938401 w 3445933"/>
              <a:gd name="connsiteY28" fmla="*/ 625129 h 2976034"/>
              <a:gd name="connsiteX29" fmla="*/ 1229572 w 3445933"/>
              <a:gd name="connsiteY29" fmla="*/ 939018 h 2976034"/>
              <a:gd name="connsiteX30" fmla="*/ 1253067 w 3445933"/>
              <a:gd name="connsiteY30" fmla="*/ 939801 h 2976034"/>
              <a:gd name="connsiteX31" fmla="*/ 1566333 w 3445933"/>
              <a:gd name="connsiteY31" fmla="*/ 939801 h 2976034"/>
              <a:gd name="connsiteX32" fmla="*/ 1566333 w 3445933"/>
              <a:gd name="connsiteY32" fmla="*/ 626534 h 2976034"/>
              <a:gd name="connsiteX33" fmla="*/ 1300527 w 3445933"/>
              <a:gd name="connsiteY33" fmla="*/ 316870 h 2976034"/>
              <a:gd name="connsiteX34" fmla="*/ 1276405 w 3445933"/>
              <a:gd name="connsiteY34" fmla="*/ 314051 h 2976034"/>
              <a:gd name="connsiteX35" fmla="*/ 1253067 w 3445933"/>
              <a:gd name="connsiteY35" fmla="*/ 313268 h 2976034"/>
              <a:gd name="connsiteX36" fmla="*/ 2192867 w 3445933"/>
              <a:gd name="connsiteY36" fmla="*/ 313268 h 2976034"/>
              <a:gd name="connsiteX37" fmla="*/ 1880383 w 3445933"/>
              <a:gd name="connsiteY37" fmla="*/ 603039 h 2976034"/>
              <a:gd name="connsiteX38" fmla="*/ 1879600 w 3445933"/>
              <a:gd name="connsiteY38" fmla="*/ 626534 h 2976034"/>
              <a:gd name="connsiteX39" fmla="*/ 1879600 w 3445933"/>
              <a:gd name="connsiteY39" fmla="*/ 939801 h 2976034"/>
              <a:gd name="connsiteX40" fmla="*/ 2192867 w 3445933"/>
              <a:gd name="connsiteY40" fmla="*/ 939801 h 2976034"/>
              <a:gd name="connsiteX41" fmla="*/ 2505350 w 3445933"/>
              <a:gd name="connsiteY41" fmla="*/ 650029 h 2976034"/>
              <a:gd name="connsiteX42" fmla="*/ 2506133 w 3445933"/>
              <a:gd name="connsiteY42" fmla="*/ 626534 h 2976034"/>
              <a:gd name="connsiteX43" fmla="*/ 2192867 w 3445933"/>
              <a:gd name="connsiteY43" fmla="*/ 313268 h 297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5933" h="2976034">
                <a:moveTo>
                  <a:pt x="2192867" y="1"/>
                </a:moveTo>
                <a:cubicBezTo>
                  <a:pt x="2538886" y="-40"/>
                  <a:pt x="2819431" y="280436"/>
                  <a:pt x="2819478" y="626459"/>
                </a:cubicBezTo>
                <a:cubicBezTo>
                  <a:pt x="2819494" y="736525"/>
                  <a:pt x="2790501" y="844654"/>
                  <a:pt x="2735445" y="939958"/>
                </a:cubicBezTo>
                <a:lnTo>
                  <a:pt x="3445933" y="939801"/>
                </a:lnTo>
                <a:lnTo>
                  <a:pt x="3445933" y="1253068"/>
                </a:lnTo>
                <a:lnTo>
                  <a:pt x="3132667" y="1253068"/>
                </a:lnTo>
                <a:lnTo>
                  <a:pt x="3132667" y="2819401"/>
                </a:lnTo>
                <a:cubicBezTo>
                  <a:pt x="3132667" y="2905910"/>
                  <a:pt x="3062542" y="2976034"/>
                  <a:pt x="2976033" y="2976034"/>
                </a:cubicBezTo>
                <a:lnTo>
                  <a:pt x="469900" y="2976034"/>
                </a:lnTo>
                <a:cubicBezTo>
                  <a:pt x="383395" y="2976034"/>
                  <a:pt x="313267" y="2905910"/>
                  <a:pt x="313267" y="2819401"/>
                </a:cubicBezTo>
                <a:lnTo>
                  <a:pt x="313267" y="1253068"/>
                </a:lnTo>
                <a:lnTo>
                  <a:pt x="0" y="1253068"/>
                </a:lnTo>
                <a:lnTo>
                  <a:pt x="0" y="939801"/>
                </a:lnTo>
                <a:lnTo>
                  <a:pt x="710489" y="939958"/>
                </a:lnTo>
                <a:cubicBezTo>
                  <a:pt x="537443" y="640310"/>
                  <a:pt x="640073" y="257118"/>
                  <a:pt x="939720" y="84072"/>
                </a:cubicBezTo>
                <a:cubicBezTo>
                  <a:pt x="1198026" y="-65099"/>
                  <a:pt x="1525687" y="-11483"/>
                  <a:pt x="1722967" y="212239"/>
                </a:cubicBezTo>
                <a:cubicBezTo>
                  <a:pt x="1841663" y="77049"/>
                  <a:pt x="2012958" y="-315"/>
                  <a:pt x="2192867" y="1"/>
                </a:cubicBezTo>
                <a:close/>
                <a:moveTo>
                  <a:pt x="1566333" y="1253068"/>
                </a:moveTo>
                <a:lnTo>
                  <a:pt x="626533" y="1253068"/>
                </a:lnTo>
                <a:lnTo>
                  <a:pt x="626533" y="2662768"/>
                </a:lnTo>
                <a:lnTo>
                  <a:pt x="1566333" y="2662768"/>
                </a:lnTo>
                <a:lnTo>
                  <a:pt x="1566333" y="1253068"/>
                </a:lnTo>
                <a:close/>
                <a:moveTo>
                  <a:pt x="2819400" y="1253068"/>
                </a:moveTo>
                <a:lnTo>
                  <a:pt x="1879600" y="1253068"/>
                </a:lnTo>
                <a:lnTo>
                  <a:pt x="1879600" y="2662768"/>
                </a:lnTo>
                <a:lnTo>
                  <a:pt x="2819400" y="2662768"/>
                </a:lnTo>
                <a:lnTo>
                  <a:pt x="2819400" y="1253068"/>
                </a:lnTo>
                <a:close/>
                <a:moveTo>
                  <a:pt x="1253067" y="313268"/>
                </a:moveTo>
                <a:cubicBezTo>
                  <a:pt x="1080056" y="312494"/>
                  <a:pt x="939175" y="452118"/>
                  <a:pt x="938401" y="625129"/>
                </a:cubicBezTo>
                <a:cubicBezTo>
                  <a:pt x="937664" y="790107"/>
                  <a:pt x="1065003" y="927383"/>
                  <a:pt x="1229572" y="939018"/>
                </a:cubicBezTo>
                <a:lnTo>
                  <a:pt x="1253067" y="939801"/>
                </a:lnTo>
                <a:lnTo>
                  <a:pt x="1566333" y="939801"/>
                </a:lnTo>
                <a:lnTo>
                  <a:pt x="1566333" y="626534"/>
                </a:lnTo>
                <a:cubicBezTo>
                  <a:pt x="1566333" y="471843"/>
                  <a:pt x="1453432" y="340306"/>
                  <a:pt x="1300527" y="316870"/>
                </a:cubicBezTo>
                <a:lnTo>
                  <a:pt x="1276405" y="314051"/>
                </a:lnTo>
                <a:lnTo>
                  <a:pt x="1253067" y="313268"/>
                </a:lnTo>
                <a:close/>
                <a:moveTo>
                  <a:pt x="2192867" y="313268"/>
                </a:moveTo>
                <a:cubicBezTo>
                  <a:pt x="2028934" y="313216"/>
                  <a:pt x="1892679" y="439564"/>
                  <a:pt x="1880383" y="603039"/>
                </a:cubicBezTo>
                <a:lnTo>
                  <a:pt x="1879600" y="626534"/>
                </a:lnTo>
                <a:lnTo>
                  <a:pt x="1879600" y="939801"/>
                </a:lnTo>
                <a:lnTo>
                  <a:pt x="2192867" y="939801"/>
                </a:lnTo>
                <a:cubicBezTo>
                  <a:pt x="2356799" y="939853"/>
                  <a:pt x="2493055" y="813504"/>
                  <a:pt x="2505350" y="650029"/>
                </a:cubicBezTo>
                <a:lnTo>
                  <a:pt x="2506133" y="626534"/>
                </a:lnTo>
                <a:cubicBezTo>
                  <a:pt x="2506133" y="453522"/>
                  <a:pt x="2365884" y="313268"/>
                  <a:pt x="2192867" y="313268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80" name="Forma Livre: Forma 379">
            <a:extLst>
              <a:ext uri="{FF2B5EF4-FFF2-40B4-BE49-F238E27FC236}">
                <a16:creationId xmlns:a16="http://schemas.microsoft.com/office/drawing/2014/main" id="{DF7B68BE-60C5-4DCF-969F-FAAEBB4EA387}"/>
              </a:ext>
            </a:extLst>
          </p:cNvPr>
          <p:cNvSpPr>
            <a:spLocks noChangeAspect="1"/>
          </p:cNvSpPr>
          <p:nvPr/>
        </p:nvSpPr>
        <p:spPr>
          <a:xfrm>
            <a:off x="10159775" y="633716"/>
            <a:ext cx="352783" cy="256569"/>
          </a:xfrm>
          <a:custGeom>
            <a:avLst/>
            <a:gdLst>
              <a:gd name="connsiteX0" fmla="*/ 1722967 w 3445933"/>
              <a:gd name="connsiteY0" fmla="*/ 0 h 2506133"/>
              <a:gd name="connsiteX1" fmla="*/ 3445933 w 3445933"/>
              <a:gd name="connsiteY1" fmla="*/ 939800 h 2506133"/>
              <a:gd name="connsiteX2" fmla="*/ 3445933 w 3445933"/>
              <a:gd name="connsiteY2" fmla="*/ 1566333 h 2506133"/>
              <a:gd name="connsiteX3" fmla="*/ 1722967 w 3445933"/>
              <a:gd name="connsiteY3" fmla="*/ 2506133 h 2506133"/>
              <a:gd name="connsiteX4" fmla="*/ 783 w 3445933"/>
              <a:gd name="connsiteY4" fmla="*/ 1594058 h 2506133"/>
              <a:gd name="connsiteX5" fmla="*/ 0 w 3445933"/>
              <a:gd name="connsiteY5" fmla="*/ 1566333 h 2506133"/>
              <a:gd name="connsiteX6" fmla="*/ 0 w 3445933"/>
              <a:gd name="connsiteY6" fmla="*/ 939800 h 2506133"/>
              <a:gd name="connsiteX7" fmla="*/ 1722967 w 3445933"/>
              <a:gd name="connsiteY7" fmla="*/ 0 h 2506133"/>
              <a:gd name="connsiteX8" fmla="*/ 1722967 w 3445933"/>
              <a:gd name="connsiteY8" fmla="*/ 1879600 h 2506133"/>
              <a:gd name="connsiteX9" fmla="*/ 313267 w 3445933"/>
              <a:gd name="connsiteY9" fmla="*/ 1480185 h 2506133"/>
              <a:gd name="connsiteX10" fmla="*/ 313267 w 3445933"/>
              <a:gd name="connsiteY10" fmla="*/ 1566333 h 2506133"/>
              <a:gd name="connsiteX11" fmla="*/ 1722967 w 3445933"/>
              <a:gd name="connsiteY11" fmla="*/ 2192867 h 2506133"/>
              <a:gd name="connsiteX12" fmla="*/ 3131884 w 3445933"/>
              <a:gd name="connsiteY12" fmla="*/ 1584816 h 2506133"/>
              <a:gd name="connsiteX13" fmla="*/ 3132667 w 3445933"/>
              <a:gd name="connsiteY13" fmla="*/ 1566333 h 2506133"/>
              <a:gd name="connsiteX14" fmla="*/ 3132823 w 3445933"/>
              <a:gd name="connsiteY14" fmla="*/ 1480185 h 2506133"/>
              <a:gd name="connsiteX15" fmla="*/ 1722967 w 3445933"/>
              <a:gd name="connsiteY15" fmla="*/ 1879600 h 2506133"/>
              <a:gd name="connsiteX16" fmla="*/ 1722967 w 3445933"/>
              <a:gd name="connsiteY16" fmla="*/ 313267 h 2506133"/>
              <a:gd name="connsiteX17" fmla="*/ 313267 w 3445933"/>
              <a:gd name="connsiteY17" fmla="*/ 939800 h 2506133"/>
              <a:gd name="connsiteX18" fmla="*/ 1722967 w 3445933"/>
              <a:gd name="connsiteY18" fmla="*/ 1566333 h 2506133"/>
              <a:gd name="connsiteX19" fmla="*/ 3132667 w 3445933"/>
              <a:gd name="connsiteY19" fmla="*/ 939800 h 2506133"/>
              <a:gd name="connsiteX20" fmla="*/ 1722967 w 3445933"/>
              <a:gd name="connsiteY20" fmla="*/ 313267 h 250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45933" h="2506133">
                <a:moveTo>
                  <a:pt x="1722967" y="0"/>
                </a:moveTo>
                <a:cubicBezTo>
                  <a:pt x="2674514" y="0"/>
                  <a:pt x="3445933" y="420717"/>
                  <a:pt x="3445933" y="939800"/>
                </a:cubicBezTo>
                <a:lnTo>
                  <a:pt x="3445933" y="1566333"/>
                </a:lnTo>
                <a:cubicBezTo>
                  <a:pt x="3445933" y="2085416"/>
                  <a:pt x="2674514" y="2506133"/>
                  <a:pt x="1722967" y="2506133"/>
                </a:cubicBezTo>
                <a:cubicBezTo>
                  <a:pt x="788336" y="2506133"/>
                  <a:pt x="27567" y="2100297"/>
                  <a:pt x="783" y="1594058"/>
                </a:cubicBezTo>
                <a:lnTo>
                  <a:pt x="0" y="1566333"/>
                </a:lnTo>
                <a:lnTo>
                  <a:pt x="0" y="939800"/>
                </a:lnTo>
                <a:cubicBezTo>
                  <a:pt x="0" y="420717"/>
                  <a:pt x="771419" y="0"/>
                  <a:pt x="1722967" y="0"/>
                </a:cubicBezTo>
                <a:close/>
                <a:moveTo>
                  <a:pt x="1722967" y="1879600"/>
                </a:moveTo>
                <a:cubicBezTo>
                  <a:pt x="1140291" y="1879600"/>
                  <a:pt x="624967" y="1721870"/>
                  <a:pt x="313267" y="1480185"/>
                </a:cubicBezTo>
                <a:lnTo>
                  <a:pt x="313267" y="1566333"/>
                </a:lnTo>
                <a:cubicBezTo>
                  <a:pt x="313267" y="1861117"/>
                  <a:pt x="921474" y="2192867"/>
                  <a:pt x="1722967" y="2192867"/>
                </a:cubicBezTo>
                <a:cubicBezTo>
                  <a:pt x="2507700" y="2192867"/>
                  <a:pt x="3107292" y="1874901"/>
                  <a:pt x="3131884" y="1584816"/>
                </a:cubicBezTo>
                <a:lnTo>
                  <a:pt x="3132667" y="1566333"/>
                </a:lnTo>
                <a:lnTo>
                  <a:pt x="3132823" y="1480185"/>
                </a:lnTo>
                <a:cubicBezTo>
                  <a:pt x="2821123" y="1721714"/>
                  <a:pt x="2305799" y="1879600"/>
                  <a:pt x="1722967" y="1879600"/>
                </a:cubicBezTo>
                <a:close/>
                <a:moveTo>
                  <a:pt x="1722967" y="313267"/>
                </a:moveTo>
                <a:cubicBezTo>
                  <a:pt x="921474" y="313267"/>
                  <a:pt x="313267" y="645016"/>
                  <a:pt x="313267" y="939800"/>
                </a:cubicBezTo>
                <a:cubicBezTo>
                  <a:pt x="313267" y="1234584"/>
                  <a:pt x="921474" y="1566333"/>
                  <a:pt x="1722967" y="1566333"/>
                </a:cubicBezTo>
                <a:cubicBezTo>
                  <a:pt x="2524460" y="1566333"/>
                  <a:pt x="3132667" y="1234584"/>
                  <a:pt x="3132667" y="939800"/>
                </a:cubicBezTo>
                <a:cubicBezTo>
                  <a:pt x="3132667" y="645016"/>
                  <a:pt x="2524460" y="313267"/>
                  <a:pt x="1722967" y="313267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CA000ADE-AF25-46D1-9E3B-FB1E1B446A75}"/>
              </a:ext>
            </a:extLst>
          </p:cNvPr>
          <p:cNvSpPr>
            <a:spLocks noChangeAspect="1"/>
          </p:cNvSpPr>
          <p:nvPr/>
        </p:nvSpPr>
        <p:spPr>
          <a:xfrm>
            <a:off x="239957" y="974237"/>
            <a:ext cx="272561" cy="242276"/>
          </a:xfrm>
          <a:custGeom>
            <a:avLst/>
            <a:gdLst>
              <a:gd name="connsiteX0" fmla="*/ 0 w 3179445"/>
              <a:gd name="connsiteY0" fmla="*/ 0 h 2826173"/>
              <a:gd name="connsiteX1" fmla="*/ 3179445 w 3179445"/>
              <a:gd name="connsiteY1" fmla="*/ 0 h 2826173"/>
              <a:gd name="connsiteX2" fmla="*/ 3179445 w 3179445"/>
              <a:gd name="connsiteY2" fmla="*/ 353272 h 2826173"/>
              <a:gd name="connsiteX3" fmla="*/ 0 w 3179445"/>
              <a:gd name="connsiteY3" fmla="*/ 353272 h 2826173"/>
              <a:gd name="connsiteX4" fmla="*/ 0 w 3179445"/>
              <a:gd name="connsiteY4" fmla="*/ 0 h 2826173"/>
              <a:gd name="connsiteX5" fmla="*/ 0 w 3179445"/>
              <a:gd name="connsiteY5" fmla="*/ 1236451 h 2826173"/>
              <a:gd name="connsiteX6" fmla="*/ 3179445 w 3179445"/>
              <a:gd name="connsiteY6" fmla="*/ 1236451 h 2826173"/>
              <a:gd name="connsiteX7" fmla="*/ 3179445 w 3179445"/>
              <a:gd name="connsiteY7" fmla="*/ 1589723 h 2826173"/>
              <a:gd name="connsiteX8" fmla="*/ 0 w 3179445"/>
              <a:gd name="connsiteY8" fmla="*/ 1589723 h 2826173"/>
              <a:gd name="connsiteX9" fmla="*/ 0 w 3179445"/>
              <a:gd name="connsiteY9" fmla="*/ 1236451 h 2826173"/>
              <a:gd name="connsiteX10" fmla="*/ 0 w 3179445"/>
              <a:gd name="connsiteY10" fmla="*/ 2472902 h 2826173"/>
              <a:gd name="connsiteX11" fmla="*/ 3179445 w 3179445"/>
              <a:gd name="connsiteY11" fmla="*/ 2472902 h 2826173"/>
              <a:gd name="connsiteX12" fmla="*/ 3179445 w 3179445"/>
              <a:gd name="connsiteY12" fmla="*/ 2826173 h 2826173"/>
              <a:gd name="connsiteX13" fmla="*/ 0 w 3179445"/>
              <a:gd name="connsiteY13" fmla="*/ 2826173 h 2826173"/>
              <a:gd name="connsiteX14" fmla="*/ 0 w 3179445"/>
              <a:gd name="connsiteY14" fmla="*/ 2472902 h 282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79445" h="2826173">
                <a:moveTo>
                  <a:pt x="0" y="0"/>
                </a:moveTo>
                <a:lnTo>
                  <a:pt x="3179445" y="0"/>
                </a:lnTo>
                <a:lnTo>
                  <a:pt x="3179445" y="353272"/>
                </a:lnTo>
                <a:lnTo>
                  <a:pt x="0" y="353272"/>
                </a:lnTo>
                <a:lnTo>
                  <a:pt x="0" y="0"/>
                </a:lnTo>
                <a:close/>
                <a:moveTo>
                  <a:pt x="0" y="1236451"/>
                </a:moveTo>
                <a:lnTo>
                  <a:pt x="3179445" y="1236451"/>
                </a:lnTo>
                <a:lnTo>
                  <a:pt x="3179445" y="1589723"/>
                </a:lnTo>
                <a:lnTo>
                  <a:pt x="0" y="1589723"/>
                </a:lnTo>
                <a:lnTo>
                  <a:pt x="0" y="1236451"/>
                </a:lnTo>
                <a:close/>
                <a:moveTo>
                  <a:pt x="0" y="2472902"/>
                </a:moveTo>
                <a:lnTo>
                  <a:pt x="3179445" y="2472902"/>
                </a:lnTo>
                <a:lnTo>
                  <a:pt x="3179445" y="2826173"/>
                </a:lnTo>
                <a:lnTo>
                  <a:pt x="0" y="2826173"/>
                </a:lnTo>
                <a:lnTo>
                  <a:pt x="0" y="2472902"/>
                </a:lnTo>
                <a:close/>
              </a:path>
            </a:pathLst>
          </a:custGeom>
          <a:solidFill>
            <a:srgbClr val="A5B4C8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3DDE9010-95B7-460E-AF38-C590708E3AC9}"/>
              </a:ext>
            </a:extLst>
          </p:cNvPr>
          <p:cNvSpPr>
            <a:spLocks noChangeAspect="1"/>
          </p:cNvSpPr>
          <p:nvPr/>
        </p:nvSpPr>
        <p:spPr>
          <a:xfrm>
            <a:off x="241639" y="5628027"/>
            <a:ext cx="269196" cy="269196"/>
          </a:xfrm>
          <a:custGeom>
            <a:avLst/>
            <a:gdLst>
              <a:gd name="connsiteX0" fmla="*/ 1918758 w 3837516"/>
              <a:gd name="connsiteY0" fmla="*/ 3837517 h 3837516"/>
              <a:gd name="connsiteX1" fmla="*/ 0 w 3837516"/>
              <a:gd name="connsiteY1" fmla="*/ 1918758 h 3837516"/>
              <a:gd name="connsiteX2" fmla="*/ 1918758 w 3837516"/>
              <a:gd name="connsiteY2" fmla="*/ 0 h 3837516"/>
              <a:gd name="connsiteX3" fmla="*/ 3837517 w 3837516"/>
              <a:gd name="connsiteY3" fmla="*/ 1918758 h 3837516"/>
              <a:gd name="connsiteX4" fmla="*/ 1918758 w 3837516"/>
              <a:gd name="connsiteY4" fmla="*/ 3837517 h 3837516"/>
              <a:gd name="connsiteX5" fmla="*/ 1479363 w 3837516"/>
              <a:gd name="connsiteY5" fmla="*/ 3389870 h 3837516"/>
              <a:gd name="connsiteX6" fmla="*/ 1156436 w 3837516"/>
              <a:gd name="connsiteY6" fmla="*/ 2110634 h 3837516"/>
              <a:gd name="connsiteX7" fmla="*/ 395648 w 3837516"/>
              <a:gd name="connsiteY7" fmla="*/ 2110634 h 3837516"/>
              <a:gd name="connsiteX8" fmla="*/ 1479363 w 3837516"/>
              <a:gd name="connsiteY8" fmla="*/ 3389870 h 3837516"/>
              <a:gd name="connsiteX9" fmla="*/ 1540763 w 3837516"/>
              <a:gd name="connsiteY9" fmla="*/ 2110634 h 3837516"/>
              <a:gd name="connsiteX10" fmla="*/ 1918758 w 3837516"/>
              <a:gd name="connsiteY10" fmla="*/ 3406180 h 3837516"/>
              <a:gd name="connsiteX11" fmla="*/ 2296754 w 3837516"/>
              <a:gd name="connsiteY11" fmla="*/ 2110634 h 3837516"/>
              <a:gd name="connsiteX12" fmla="*/ 1540763 w 3837516"/>
              <a:gd name="connsiteY12" fmla="*/ 2110634 h 3837516"/>
              <a:gd name="connsiteX13" fmla="*/ 3441869 w 3837516"/>
              <a:gd name="connsiteY13" fmla="*/ 2110634 h 3837516"/>
              <a:gd name="connsiteX14" fmla="*/ 2681081 w 3837516"/>
              <a:gd name="connsiteY14" fmla="*/ 2110634 h 3837516"/>
              <a:gd name="connsiteX15" fmla="*/ 2358154 w 3837516"/>
              <a:gd name="connsiteY15" fmla="*/ 3389870 h 3837516"/>
              <a:gd name="connsiteX16" fmla="*/ 3441869 w 3837516"/>
              <a:gd name="connsiteY16" fmla="*/ 2110634 h 3837516"/>
              <a:gd name="connsiteX17" fmla="*/ 395648 w 3837516"/>
              <a:gd name="connsiteY17" fmla="*/ 1726883 h 3837516"/>
              <a:gd name="connsiteX18" fmla="*/ 1156436 w 3837516"/>
              <a:gd name="connsiteY18" fmla="*/ 1726883 h 3837516"/>
              <a:gd name="connsiteX19" fmla="*/ 1479363 w 3837516"/>
              <a:gd name="connsiteY19" fmla="*/ 447646 h 3837516"/>
              <a:gd name="connsiteX20" fmla="*/ 395648 w 3837516"/>
              <a:gd name="connsiteY20" fmla="*/ 1726883 h 3837516"/>
              <a:gd name="connsiteX21" fmla="*/ 1540955 w 3837516"/>
              <a:gd name="connsiteY21" fmla="*/ 1726883 h 3837516"/>
              <a:gd name="connsiteX22" fmla="*/ 2296562 w 3837516"/>
              <a:gd name="connsiteY22" fmla="*/ 1726883 h 3837516"/>
              <a:gd name="connsiteX23" fmla="*/ 1918758 w 3837516"/>
              <a:gd name="connsiteY23" fmla="*/ 431337 h 3837516"/>
              <a:gd name="connsiteX24" fmla="*/ 1540763 w 3837516"/>
              <a:gd name="connsiteY24" fmla="*/ 1726883 h 3837516"/>
              <a:gd name="connsiteX25" fmla="*/ 2358154 w 3837516"/>
              <a:gd name="connsiteY25" fmla="*/ 447646 h 3837516"/>
              <a:gd name="connsiteX26" fmla="*/ 2681081 w 3837516"/>
              <a:gd name="connsiteY26" fmla="*/ 1726883 h 3837516"/>
              <a:gd name="connsiteX27" fmla="*/ 3441869 w 3837516"/>
              <a:gd name="connsiteY27" fmla="*/ 1726883 h 3837516"/>
              <a:gd name="connsiteX28" fmla="*/ 2358154 w 3837516"/>
              <a:gd name="connsiteY28" fmla="*/ 447646 h 3837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837516" h="3837516">
                <a:moveTo>
                  <a:pt x="1918758" y="3837517"/>
                </a:moveTo>
                <a:cubicBezTo>
                  <a:pt x="859028" y="3837517"/>
                  <a:pt x="0" y="2978489"/>
                  <a:pt x="0" y="1918758"/>
                </a:cubicBezTo>
                <a:cubicBezTo>
                  <a:pt x="0" y="859028"/>
                  <a:pt x="859028" y="0"/>
                  <a:pt x="1918758" y="0"/>
                </a:cubicBezTo>
                <a:cubicBezTo>
                  <a:pt x="2978489" y="0"/>
                  <a:pt x="3837517" y="859028"/>
                  <a:pt x="3837517" y="1918758"/>
                </a:cubicBezTo>
                <a:cubicBezTo>
                  <a:pt x="3837517" y="2978489"/>
                  <a:pt x="2978489" y="3837517"/>
                  <a:pt x="1918758" y="3837517"/>
                </a:cubicBezTo>
                <a:close/>
                <a:moveTo>
                  <a:pt x="1479363" y="3389870"/>
                </a:moveTo>
                <a:cubicBezTo>
                  <a:pt x="1290060" y="2988332"/>
                  <a:pt x="1180395" y="2553906"/>
                  <a:pt x="1156436" y="2110634"/>
                </a:cubicBezTo>
                <a:lnTo>
                  <a:pt x="395648" y="2110634"/>
                </a:lnTo>
                <a:cubicBezTo>
                  <a:pt x="471930" y="2713930"/>
                  <a:pt x="896818" y="3215475"/>
                  <a:pt x="1479363" y="3389870"/>
                </a:cubicBezTo>
                <a:close/>
                <a:moveTo>
                  <a:pt x="1540763" y="2110634"/>
                </a:moveTo>
                <a:cubicBezTo>
                  <a:pt x="1569736" y="2578619"/>
                  <a:pt x="1703474" y="3018207"/>
                  <a:pt x="1918758" y="3406180"/>
                </a:cubicBezTo>
                <a:cubicBezTo>
                  <a:pt x="2139857" y="3007961"/>
                  <a:pt x="2269009" y="2565284"/>
                  <a:pt x="2296754" y="2110634"/>
                </a:cubicBezTo>
                <a:lnTo>
                  <a:pt x="1540763" y="2110634"/>
                </a:lnTo>
                <a:close/>
                <a:moveTo>
                  <a:pt x="3441869" y="2110634"/>
                </a:moveTo>
                <a:lnTo>
                  <a:pt x="2681081" y="2110634"/>
                </a:lnTo>
                <a:cubicBezTo>
                  <a:pt x="2657116" y="2553906"/>
                  <a:pt x="2547459" y="2988332"/>
                  <a:pt x="2358154" y="3389870"/>
                </a:cubicBezTo>
                <a:cubicBezTo>
                  <a:pt x="2940689" y="3215475"/>
                  <a:pt x="3365579" y="2713930"/>
                  <a:pt x="3441869" y="2110634"/>
                </a:cubicBezTo>
                <a:close/>
                <a:moveTo>
                  <a:pt x="395648" y="1726883"/>
                </a:moveTo>
                <a:lnTo>
                  <a:pt x="1156436" y="1726883"/>
                </a:lnTo>
                <a:cubicBezTo>
                  <a:pt x="1180395" y="1283609"/>
                  <a:pt x="1290062" y="849183"/>
                  <a:pt x="1479363" y="447646"/>
                </a:cubicBezTo>
                <a:cubicBezTo>
                  <a:pt x="896818" y="622050"/>
                  <a:pt x="471930" y="1123596"/>
                  <a:pt x="395648" y="1726883"/>
                </a:cubicBezTo>
                <a:close/>
                <a:moveTo>
                  <a:pt x="1540955" y="1726883"/>
                </a:moveTo>
                <a:lnTo>
                  <a:pt x="2296562" y="1726883"/>
                </a:lnTo>
                <a:cubicBezTo>
                  <a:pt x="2268893" y="1272252"/>
                  <a:pt x="2139800" y="829581"/>
                  <a:pt x="1918758" y="431337"/>
                </a:cubicBezTo>
                <a:cubicBezTo>
                  <a:pt x="1697660" y="829566"/>
                  <a:pt x="1568508" y="1272237"/>
                  <a:pt x="1540763" y="1726883"/>
                </a:cubicBezTo>
                <a:close/>
                <a:moveTo>
                  <a:pt x="2358154" y="447646"/>
                </a:moveTo>
                <a:cubicBezTo>
                  <a:pt x="2547459" y="849183"/>
                  <a:pt x="2657116" y="1283609"/>
                  <a:pt x="2681081" y="1726883"/>
                </a:cubicBezTo>
                <a:lnTo>
                  <a:pt x="3441869" y="1726883"/>
                </a:lnTo>
                <a:cubicBezTo>
                  <a:pt x="3365579" y="1123596"/>
                  <a:pt x="2940689" y="622050"/>
                  <a:pt x="2358154" y="447646"/>
                </a:cubicBezTo>
                <a:close/>
              </a:path>
            </a:pathLst>
          </a:custGeom>
          <a:solidFill>
            <a:srgbClr val="A5B4C8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E2EED431-8034-408C-B2F6-CE21988F7481}"/>
              </a:ext>
            </a:extLst>
          </p:cNvPr>
          <p:cNvSpPr>
            <a:spLocks noChangeAspect="1"/>
          </p:cNvSpPr>
          <p:nvPr/>
        </p:nvSpPr>
        <p:spPr>
          <a:xfrm>
            <a:off x="236352" y="2961027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55B4D7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157542D4-AC6A-4F9B-B1EC-411D936EE1D2}"/>
              </a:ext>
            </a:extLst>
          </p:cNvPr>
          <p:cNvSpPr>
            <a:spLocks noChangeAspect="1"/>
          </p:cNvSpPr>
          <p:nvPr/>
        </p:nvSpPr>
        <p:spPr>
          <a:xfrm>
            <a:off x="241639" y="6294777"/>
            <a:ext cx="269196" cy="269196"/>
          </a:xfrm>
          <a:custGeom>
            <a:avLst/>
            <a:gdLst>
              <a:gd name="connsiteX0" fmla="*/ 176636 w 3179445"/>
              <a:gd name="connsiteY0" fmla="*/ 0 h 3179445"/>
              <a:gd name="connsiteX1" fmla="*/ 3002809 w 3179445"/>
              <a:gd name="connsiteY1" fmla="*/ 0 h 3179445"/>
              <a:gd name="connsiteX2" fmla="*/ 3179445 w 3179445"/>
              <a:gd name="connsiteY2" fmla="*/ 176636 h 3179445"/>
              <a:gd name="connsiteX3" fmla="*/ 3179445 w 3179445"/>
              <a:gd name="connsiteY3" fmla="*/ 3002809 h 3179445"/>
              <a:gd name="connsiteX4" fmla="*/ 3002809 w 3179445"/>
              <a:gd name="connsiteY4" fmla="*/ 3179445 h 3179445"/>
              <a:gd name="connsiteX5" fmla="*/ 176636 w 3179445"/>
              <a:gd name="connsiteY5" fmla="*/ 3179445 h 3179445"/>
              <a:gd name="connsiteX6" fmla="*/ 0 w 3179445"/>
              <a:gd name="connsiteY6" fmla="*/ 3002809 h 3179445"/>
              <a:gd name="connsiteX7" fmla="*/ 0 w 3179445"/>
              <a:gd name="connsiteY7" fmla="*/ 176636 h 3179445"/>
              <a:gd name="connsiteX8" fmla="*/ 176636 w 3179445"/>
              <a:gd name="connsiteY8" fmla="*/ 0 h 3179445"/>
              <a:gd name="connsiteX9" fmla="*/ 353272 w 3179445"/>
              <a:gd name="connsiteY9" fmla="*/ 353272 h 3179445"/>
              <a:gd name="connsiteX10" fmla="*/ 353272 w 3179445"/>
              <a:gd name="connsiteY10" fmla="*/ 2826173 h 3179445"/>
              <a:gd name="connsiteX11" fmla="*/ 2826173 w 3179445"/>
              <a:gd name="connsiteY11" fmla="*/ 2826173 h 3179445"/>
              <a:gd name="connsiteX12" fmla="*/ 2826173 w 3179445"/>
              <a:gd name="connsiteY12" fmla="*/ 353272 h 3179445"/>
              <a:gd name="connsiteX13" fmla="*/ 353272 w 3179445"/>
              <a:gd name="connsiteY13" fmla="*/ 353272 h 3179445"/>
              <a:gd name="connsiteX14" fmla="*/ 794861 w 3179445"/>
              <a:gd name="connsiteY14" fmla="*/ 1059815 h 3179445"/>
              <a:gd name="connsiteX15" fmla="*/ 529908 w 3179445"/>
              <a:gd name="connsiteY15" fmla="*/ 794861 h 3179445"/>
              <a:gd name="connsiteX16" fmla="*/ 794861 w 3179445"/>
              <a:gd name="connsiteY16" fmla="*/ 529908 h 3179445"/>
              <a:gd name="connsiteX17" fmla="*/ 1059815 w 3179445"/>
              <a:gd name="connsiteY17" fmla="*/ 794861 h 3179445"/>
              <a:gd name="connsiteX18" fmla="*/ 794861 w 3179445"/>
              <a:gd name="connsiteY18" fmla="*/ 1059815 h 3179445"/>
              <a:gd name="connsiteX19" fmla="*/ 618225 w 3179445"/>
              <a:gd name="connsiteY19" fmla="*/ 1236451 h 3179445"/>
              <a:gd name="connsiteX20" fmla="*/ 971497 w 3179445"/>
              <a:gd name="connsiteY20" fmla="*/ 1236451 h 3179445"/>
              <a:gd name="connsiteX21" fmla="*/ 971497 w 3179445"/>
              <a:gd name="connsiteY21" fmla="*/ 2561220 h 3179445"/>
              <a:gd name="connsiteX22" fmla="*/ 618225 w 3179445"/>
              <a:gd name="connsiteY22" fmla="*/ 2561220 h 3179445"/>
              <a:gd name="connsiteX23" fmla="*/ 618225 w 3179445"/>
              <a:gd name="connsiteY23" fmla="*/ 1236451 h 3179445"/>
              <a:gd name="connsiteX24" fmla="*/ 1589723 w 3179445"/>
              <a:gd name="connsiteY24" fmla="*/ 1312404 h 3179445"/>
              <a:gd name="connsiteX25" fmla="*/ 1942994 w 3179445"/>
              <a:gd name="connsiteY25" fmla="*/ 1148133 h 3179445"/>
              <a:gd name="connsiteX26" fmla="*/ 2561220 w 3179445"/>
              <a:gd name="connsiteY26" fmla="*/ 1810517 h 3179445"/>
              <a:gd name="connsiteX27" fmla="*/ 2561220 w 3179445"/>
              <a:gd name="connsiteY27" fmla="*/ 2561220 h 3179445"/>
              <a:gd name="connsiteX28" fmla="*/ 2207948 w 3179445"/>
              <a:gd name="connsiteY28" fmla="*/ 2561220 h 3179445"/>
              <a:gd name="connsiteX29" fmla="*/ 2207948 w 3179445"/>
              <a:gd name="connsiteY29" fmla="*/ 1810517 h 3179445"/>
              <a:gd name="connsiteX30" fmla="*/ 1898835 w 3179445"/>
              <a:gd name="connsiteY30" fmla="*/ 1501405 h 3179445"/>
              <a:gd name="connsiteX31" fmla="*/ 1589723 w 3179445"/>
              <a:gd name="connsiteY31" fmla="*/ 1810517 h 3179445"/>
              <a:gd name="connsiteX32" fmla="*/ 1589723 w 3179445"/>
              <a:gd name="connsiteY32" fmla="*/ 2561220 h 3179445"/>
              <a:gd name="connsiteX33" fmla="*/ 1236451 w 3179445"/>
              <a:gd name="connsiteY33" fmla="*/ 2561220 h 3179445"/>
              <a:gd name="connsiteX34" fmla="*/ 1236451 w 3179445"/>
              <a:gd name="connsiteY34" fmla="*/ 1236451 h 3179445"/>
              <a:gd name="connsiteX35" fmla="*/ 1589723 w 3179445"/>
              <a:gd name="connsiteY35" fmla="*/ 1236451 h 3179445"/>
              <a:gd name="connsiteX36" fmla="*/ 1589723 w 3179445"/>
              <a:gd name="connsiteY36" fmla="*/ 1312404 h 3179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179445" h="3179445">
                <a:moveTo>
                  <a:pt x="176636" y="0"/>
                </a:moveTo>
                <a:lnTo>
                  <a:pt x="3002809" y="0"/>
                </a:lnTo>
                <a:cubicBezTo>
                  <a:pt x="3100365" y="0"/>
                  <a:pt x="3179445" y="79083"/>
                  <a:pt x="3179445" y="176636"/>
                </a:cubicBezTo>
                <a:lnTo>
                  <a:pt x="3179445" y="3002809"/>
                </a:lnTo>
                <a:cubicBezTo>
                  <a:pt x="3179445" y="3100365"/>
                  <a:pt x="3100365" y="3179445"/>
                  <a:pt x="3002809" y="3179445"/>
                </a:cubicBezTo>
                <a:lnTo>
                  <a:pt x="176636" y="3179445"/>
                </a:lnTo>
                <a:cubicBezTo>
                  <a:pt x="79083" y="3179445"/>
                  <a:pt x="0" y="3100365"/>
                  <a:pt x="0" y="3002809"/>
                </a:cubicBezTo>
                <a:lnTo>
                  <a:pt x="0" y="176636"/>
                </a:lnTo>
                <a:cubicBezTo>
                  <a:pt x="0" y="79083"/>
                  <a:pt x="79083" y="0"/>
                  <a:pt x="176636" y="0"/>
                </a:cubicBezTo>
                <a:close/>
                <a:moveTo>
                  <a:pt x="353272" y="353272"/>
                </a:moveTo>
                <a:lnTo>
                  <a:pt x="353272" y="2826173"/>
                </a:lnTo>
                <a:lnTo>
                  <a:pt x="2826173" y="2826173"/>
                </a:lnTo>
                <a:lnTo>
                  <a:pt x="2826173" y="353272"/>
                </a:lnTo>
                <a:lnTo>
                  <a:pt x="353272" y="353272"/>
                </a:lnTo>
                <a:close/>
                <a:moveTo>
                  <a:pt x="794861" y="1059815"/>
                </a:moveTo>
                <a:cubicBezTo>
                  <a:pt x="648531" y="1059815"/>
                  <a:pt x="529908" y="941192"/>
                  <a:pt x="529908" y="794861"/>
                </a:cubicBezTo>
                <a:cubicBezTo>
                  <a:pt x="529908" y="648531"/>
                  <a:pt x="648531" y="529908"/>
                  <a:pt x="794861" y="529908"/>
                </a:cubicBezTo>
                <a:cubicBezTo>
                  <a:pt x="941192" y="529908"/>
                  <a:pt x="1059815" y="648531"/>
                  <a:pt x="1059815" y="794861"/>
                </a:cubicBezTo>
                <a:cubicBezTo>
                  <a:pt x="1059815" y="941192"/>
                  <a:pt x="941192" y="1059815"/>
                  <a:pt x="794861" y="1059815"/>
                </a:cubicBezTo>
                <a:close/>
                <a:moveTo>
                  <a:pt x="618225" y="1236451"/>
                </a:moveTo>
                <a:lnTo>
                  <a:pt x="971497" y="1236451"/>
                </a:lnTo>
                <a:lnTo>
                  <a:pt x="971497" y="2561220"/>
                </a:lnTo>
                <a:lnTo>
                  <a:pt x="618225" y="2561220"/>
                </a:lnTo>
                <a:lnTo>
                  <a:pt x="618225" y="1236451"/>
                </a:lnTo>
                <a:close/>
                <a:moveTo>
                  <a:pt x="1589723" y="1312404"/>
                </a:moveTo>
                <a:cubicBezTo>
                  <a:pt x="1692878" y="1212605"/>
                  <a:pt x="1813343" y="1148133"/>
                  <a:pt x="1942994" y="1148133"/>
                </a:cubicBezTo>
                <a:cubicBezTo>
                  <a:pt x="2308807" y="1148133"/>
                  <a:pt x="2561220" y="1444705"/>
                  <a:pt x="2561220" y="1810517"/>
                </a:cubicBezTo>
                <a:lnTo>
                  <a:pt x="2561220" y="2561220"/>
                </a:lnTo>
                <a:lnTo>
                  <a:pt x="2207948" y="2561220"/>
                </a:lnTo>
                <a:lnTo>
                  <a:pt x="2207948" y="1810517"/>
                </a:lnTo>
                <a:cubicBezTo>
                  <a:pt x="2207948" y="1639799"/>
                  <a:pt x="2069554" y="1501405"/>
                  <a:pt x="1898835" y="1501405"/>
                </a:cubicBezTo>
                <a:cubicBezTo>
                  <a:pt x="1728117" y="1501405"/>
                  <a:pt x="1589723" y="1639799"/>
                  <a:pt x="1589723" y="1810517"/>
                </a:cubicBezTo>
                <a:lnTo>
                  <a:pt x="1589723" y="2561220"/>
                </a:lnTo>
                <a:lnTo>
                  <a:pt x="1236451" y="2561220"/>
                </a:lnTo>
                <a:lnTo>
                  <a:pt x="1236451" y="1236451"/>
                </a:lnTo>
                <a:lnTo>
                  <a:pt x="1589723" y="1236451"/>
                </a:lnTo>
                <a:lnTo>
                  <a:pt x="1589723" y="1312404"/>
                </a:lnTo>
                <a:close/>
              </a:path>
            </a:pathLst>
          </a:custGeom>
          <a:solidFill>
            <a:srgbClr val="A5B4C8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E0DB922C-E835-4391-8787-AD3F6B9DE415}"/>
              </a:ext>
            </a:extLst>
          </p:cNvPr>
          <p:cNvSpPr>
            <a:spLocks noChangeAspect="1"/>
          </p:cNvSpPr>
          <p:nvPr/>
        </p:nvSpPr>
        <p:spPr>
          <a:xfrm>
            <a:off x="241639" y="3624176"/>
            <a:ext cx="269196" cy="279357"/>
          </a:xfrm>
          <a:custGeom>
            <a:avLst/>
            <a:gdLst>
              <a:gd name="connsiteX0" fmla="*/ 172750 w 3404832"/>
              <a:gd name="connsiteY0" fmla="*/ 2649852 h 3533346"/>
              <a:gd name="connsiteX1" fmla="*/ 0 w 3404832"/>
              <a:gd name="connsiteY1" fmla="*/ 2238997 h 3533346"/>
              <a:gd name="connsiteX2" fmla="*/ 232096 w 3404832"/>
              <a:gd name="connsiteY2" fmla="*/ 1526448 h 3533346"/>
              <a:gd name="connsiteX3" fmla="*/ 353 w 3404832"/>
              <a:gd name="connsiteY3" fmla="*/ 1294525 h 3533346"/>
              <a:gd name="connsiteX4" fmla="*/ 442119 w 3404832"/>
              <a:gd name="connsiteY4" fmla="*/ 528455 h 3533346"/>
              <a:gd name="connsiteX5" fmla="*/ 1175225 w 3404832"/>
              <a:gd name="connsiteY5" fmla="*/ 373021 h 3533346"/>
              <a:gd name="connsiteX6" fmla="*/ 1260120 w 3404832"/>
              <a:gd name="connsiteY6" fmla="*/ 56131 h 3533346"/>
              <a:gd name="connsiteX7" fmla="*/ 2144536 w 3404832"/>
              <a:gd name="connsiteY7" fmla="*/ 56484 h 3533346"/>
              <a:gd name="connsiteX8" fmla="*/ 2645899 w 3404832"/>
              <a:gd name="connsiteY8" fmla="*/ 613470 h 3533346"/>
              <a:gd name="connsiteX9" fmla="*/ 2962713 w 3404832"/>
              <a:gd name="connsiteY9" fmla="*/ 528455 h 3533346"/>
              <a:gd name="connsiteX10" fmla="*/ 3232083 w 3404832"/>
              <a:gd name="connsiteY10" fmla="*/ 883493 h 3533346"/>
              <a:gd name="connsiteX11" fmla="*/ 3404833 w 3404832"/>
              <a:gd name="connsiteY11" fmla="*/ 1294348 h 3533346"/>
              <a:gd name="connsiteX12" fmla="*/ 3172733 w 3404832"/>
              <a:gd name="connsiteY12" fmla="*/ 2006897 h 3533346"/>
              <a:gd name="connsiteX13" fmla="*/ 3404479 w 3404832"/>
              <a:gd name="connsiteY13" fmla="*/ 2238820 h 3533346"/>
              <a:gd name="connsiteX14" fmla="*/ 2962713 w 3404832"/>
              <a:gd name="connsiteY14" fmla="*/ 3004890 h 3533346"/>
              <a:gd name="connsiteX15" fmla="*/ 2229604 w 3404832"/>
              <a:gd name="connsiteY15" fmla="*/ 3160329 h 3533346"/>
              <a:gd name="connsiteX16" fmla="*/ 2144712 w 3404832"/>
              <a:gd name="connsiteY16" fmla="*/ 3477214 h 3533346"/>
              <a:gd name="connsiteX17" fmla="*/ 1260297 w 3404832"/>
              <a:gd name="connsiteY17" fmla="*/ 3476860 h 3533346"/>
              <a:gd name="connsiteX18" fmla="*/ 758926 w 3404832"/>
              <a:gd name="connsiteY18" fmla="*/ 2919875 h 3533346"/>
              <a:gd name="connsiteX19" fmla="*/ 442119 w 3404832"/>
              <a:gd name="connsiteY19" fmla="*/ 3004890 h 3533346"/>
              <a:gd name="connsiteX20" fmla="*/ 172750 w 3404832"/>
              <a:gd name="connsiteY20" fmla="*/ 2649852 h 3533346"/>
              <a:gd name="connsiteX21" fmla="*/ 1172509 w 3404832"/>
              <a:gd name="connsiteY21" fmla="*/ 2684472 h 3533346"/>
              <a:gd name="connsiteX22" fmla="*/ 1569939 w 3404832"/>
              <a:gd name="connsiteY22" fmla="*/ 3173753 h 3533346"/>
              <a:gd name="connsiteX23" fmla="*/ 1834716 w 3404832"/>
              <a:gd name="connsiteY23" fmla="*/ 3173930 h 3533346"/>
              <a:gd name="connsiteX24" fmla="*/ 2232324 w 3404832"/>
              <a:gd name="connsiteY24" fmla="*/ 2684649 h 3533346"/>
              <a:gd name="connsiteX25" fmla="*/ 2854965 w 3404832"/>
              <a:gd name="connsiteY25" fmla="*/ 2584850 h 3533346"/>
              <a:gd name="connsiteX26" fmla="*/ 2987089 w 3404832"/>
              <a:gd name="connsiteY26" fmla="*/ 2355576 h 3533346"/>
              <a:gd name="connsiteX27" fmla="*/ 2762231 w 3404832"/>
              <a:gd name="connsiteY27" fmla="*/ 1766672 h 3533346"/>
              <a:gd name="connsiteX28" fmla="*/ 2987089 w 3404832"/>
              <a:gd name="connsiteY28" fmla="*/ 1177768 h 3533346"/>
              <a:gd name="connsiteX29" fmla="*/ 2854612 w 3404832"/>
              <a:gd name="connsiteY29" fmla="*/ 948495 h 3533346"/>
              <a:gd name="connsiteX30" fmla="*/ 2232324 w 3404832"/>
              <a:gd name="connsiteY30" fmla="*/ 848872 h 3533346"/>
              <a:gd name="connsiteX31" fmla="*/ 1834893 w 3404832"/>
              <a:gd name="connsiteY31" fmla="*/ 359591 h 3533346"/>
              <a:gd name="connsiteX32" fmla="*/ 1570116 w 3404832"/>
              <a:gd name="connsiteY32" fmla="*/ 359415 h 3533346"/>
              <a:gd name="connsiteX33" fmla="*/ 1172509 w 3404832"/>
              <a:gd name="connsiteY33" fmla="*/ 848696 h 3533346"/>
              <a:gd name="connsiteX34" fmla="*/ 549867 w 3404832"/>
              <a:gd name="connsiteY34" fmla="*/ 948495 h 3533346"/>
              <a:gd name="connsiteX35" fmla="*/ 417744 w 3404832"/>
              <a:gd name="connsiteY35" fmla="*/ 1177768 h 3533346"/>
              <a:gd name="connsiteX36" fmla="*/ 642601 w 3404832"/>
              <a:gd name="connsiteY36" fmla="*/ 1766672 h 3533346"/>
              <a:gd name="connsiteX37" fmla="*/ 417744 w 3404832"/>
              <a:gd name="connsiteY37" fmla="*/ 2355576 h 3533346"/>
              <a:gd name="connsiteX38" fmla="*/ 550221 w 3404832"/>
              <a:gd name="connsiteY38" fmla="*/ 2584850 h 3533346"/>
              <a:gd name="connsiteX39" fmla="*/ 1172509 w 3404832"/>
              <a:gd name="connsiteY39" fmla="*/ 2684472 h 3533346"/>
              <a:gd name="connsiteX40" fmla="*/ 1702416 w 3404832"/>
              <a:gd name="connsiteY40" fmla="*/ 2296580 h 3533346"/>
              <a:gd name="connsiteX41" fmla="*/ 1172509 w 3404832"/>
              <a:gd name="connsiteY41" fmla="*/ 1766672 h 3533346"/>
              <a:gd name="connsiteX42" fmla="*/ 1702416 w 3404832"/>
              <a:gd name="connsiteY42" fmla="*/ 1236765 h 3533346"/>
              <a:gd name="connsiteX43" fmla="*/ 2232324 w 3404832"/>
              <a:gd name="connsiteY43" fmla="*/ 1766672 h 3533346"/>
              <a:gd name="connsiteX44" fmla="*/ 1702416 w 3404832"/>
              <a:gd name="connsiteY44" fmla="*/ 2296580 h 3533346"/>
              <a:gd name="connsiteX45" fmla="*/ 1702416 w 3404832"/>
              <a:gd name="connsiteY45" fmla="*/ 1943308 h 3533346"/>
              <a:gd name="connsiteX46" fmla="*/ 1879052 w 3404832"/>
              <a:gd name="connsiteY46" fmla="*/ 1766672 h 3533346"/>
              <a:gd name="connsiteX47" fmla="*/ 1702416 w 3404832"/>
              <a:gd name="connsiteY47" fmla="*/ 1590036 h 3533346"/>
              <a:gd name="connsiteX48" fmla="*/ 1525780 w 3404832"/>
              <a:gd name="connsiteY48" fmla="*/ 1766672 h 3533346"/>
              <a:gd name="connsiteX49" fmla="*/ 1702416 w 3404832"/>
              <a:gd name="connsiteY49" fmla="*/ 1943308 h 35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404832" h="3533346">
                <a:moveTo>
                  <a:pt x="172750" y="2649852"/>
                </a:moveTo>
                <a:cubicBezTo>
                  <a:pt x="98081" y="2520731"/>
                  <a:pt x="40036" y="2382690"/>
                  <a:pt x="0" y="2238997"/>
                </a:cubicBezTo>
                <a:cubicBezTo>
                  <a:pt x="260858" y="2106325"/>
                  <a:pt x="364771" y="1787303"/>
                  <a:pt x="232096" y="1526448"/>
                </a:cubicBezTo>
                <a:cubicBezTo>
                  <a:pt x="181306" y="1426578"/>
                  <a:pt x="100175" y="1345389"/>
                  <a:pt x="353" y="1294525"/>
                </a:cubicBezTo>
                <a:cubicBezTo>
                  <a:pt x="80200" y="1005812"/>
                  <a:pt x="232228" y="742176"/>
                  <a:pt x="442119" y="528455"/>
                </a:cubicBezTo>
                <a:cubicBezTo>
                  <a:pt x="687483" y="687975"/>
                  <a:pt x="1015706" y="618386"/>
                  <a:pt x="1175225" y="373021"/>
                </a:cubicBezTo>
                <a:cubicBezTo>
                  <a:pt x="1236333" y="279031"/>
                  <a:pt x="1266055" y="168083"/>
                  <a:pt x="1260120" y="56131"/>
                </a:cubicBezTo>
                <a:cubicBezTo>
                  <a:pt x="1550174" y="-18830"/>
                  <a:pt x="1854535" y="-18708"/>
                  <a:pt x="2144536" y="56484"/>
                </a:cubicBezTo>
                <a:cubicBezTo>
                  <a:pt x="2129186" y="348740"/>
                  <a:pt x="2353655" y="598111"/>
                  <a:pt x="2645899" y="613470"/>
                </a:cubicBezTo>
                <a:cubicBezTo>
                  <a:pt x="2757833" y="619352"/>
                  <a:pt x="2868760" y="589587"/>
                  <a:pt x="2962713" y="528455"/>
                </a:cubicBezTo>
                <a:cubicBezTo>
                  <a:pt x="3064985" y="632670"/>
                  <a:pt x="3155776" y="751193"/>
                  <a:pt x="3232083" y="883493"/>
                </a:cubicBezTo>
                <a:cubicBezTo>
                  <a:pt x="3308566" y="1015793"/>
                  <a:pt x="3365796" y="1153746"/>
                  <a:pt x="3404833" y="1294348"/>
                </a:cubicBezTo>
                <a:cubicBezTo>
                  <a:pt x="3143977" y="1427019"/>
                  <a:pt x="3040062" y="1746041"/>
                  <a:pt x="3172733" y="2006897"/>
                </a:cubicBezTo>
                <a:cubicBezTo>
                  <a:pt x="3223534" y="2106767"/>
                  <a:pt x="3304662" y="2187949"/>
                  <a:pt x="3404479" y="2238820"/>
                </a:cubicBezTo>
                <a:cubicBezTo>
                  <a:pt x="3324640" y="2527531"/>
                  <a:pt x="3172609" y="2791160"/>
                  <a:pt x="2962713" y="3004890"/>
                </a:cubicBezTo>
                <a:cubicBezTo>
                  <a:pt x="2717348" y="2845370"/>
                  <a:pt x="2389123" y="2914964"/>
                  <a:pt x="2229604" y="3160329"/>
                </a:cubicBezTo>
                <a:cubicBezTo>
                  <a:pt x="2168505" y="3254317"/>
                  <a:pt x="2138777" y="3365262"/>
                  <a:pt x="2144712" y="3477214"/>
                </a:cubicBezTo>
                <a:cubicBezTo>
                  <a:pt x="1854659" y="3552178"/>
                  <a:pt x="1550297" y="3552054"/>
                  <a:pt x="1260297" y="3476860"/>
                </a:cubicBezTo>
                <a:cubicBezTo>
                  <a:pt x="1275655" y="3184599"/>
                  <a:pt x="1051183" y="2935242"/>
                  <a:pt x="758926" y="2919875"/>
                </a:cubicBezTo>
                <a:cubicBezTo>
                  <a:pt x="646991" y="2913993"/>
                  <a:pt x="536072" y="2943756"/>
                  <a:pt x="442119" y="3004890"/>
                </a:cubicBezTo>
                <a:cubicBezTo>
                  <a:pt x="337726" y="2898361"/>
                  <a:pt x="247218" y="2779078"/>
                  <a:pt x="172750" y="2649852"/>
                </a:cubicBezTo>
                <a:close/>
                <a:moveTo>
                  <a:pt x="1172509" y="2684472"/>
                </a:moveTo>
                <a:cubicBezTo>
                  <a:pt x="1360732" y="2793033"/>
                  <a:pt x="1502253" y="2967266"/>
                  <a:pt x="1569939" y="3173753"/>
                </a:cubicBezTo>
                <a:cubicBezTo>
                  <a:pt x="1658081" y="3182055"/>
                  <a:pt x="1746575" y="3182232"/>
                  <a:pt x="1834716" y="3173930"/>
                </a:cubicBezTo>
                <a:cubicBezTo>
                  <a:pt x="1902439" y="2967425"/>
                  <a:pt x="2044030" y="2793174"/>
                  <a:pt x="2232324" y="2684649"/>
                </a:cubicBezTo>
                <a:cubicBezTo>
                  <a:pt x="2420476" y="2575788"/>
                  <a:pt x="2642207" y="2540249"/>
                  <a:pt x="2854965" y="2584850"/>
                </a:cubicBezTo>
                <a:cubicBezTo>
                  <a:pt x="2906190" y="2512782"/>
                  <a:pt x="2950349" y="2435945"/>
                  <a:pt x="2987089" y="2355576"/>
                </a:cubicBezTo>
                <a:cubicBezTo>
                  <a:pt x="2842141" y="2193672"/>
                  <a:pt x="2762072" y="1983970"/>
                  <a:pt x="2762231" y="1766672"/>
                </a:cubicBezTo>
                <a:cubicBezTo>
                  <a:pt x="2762231" y="1544111"/>
                  <a:pt x="2845250" y="1336211"/>
                  <a:pt x="2987089" y="1177768"/>
                </a:cubicBezTo>
                <a:cubicBezTo>
                  <a:pt x="2950083" y="1097426"/>
                  <a:pt x="2905748" y="1020674"/>
                  <a:pt x="2854612" y="948495"/>
                </a:cubicBezTo>
                <a:cubicBezTo>
                  <a:pt x="2641995" y="993062"/>
                  <a:pt x="2420406" y="957588"/>
                  <a:pt x="2232324" y="848872"/>
                </a:cubicBezTo>
                <a:cubicBezTo>
                  <a:pt x="2044101" y="740307"/>
                  <a:pt x="1902580" y="566075"/>
                  <a:pt x="1834893" y="359591"/>
                </a:cubicBezTo>
                <a:cubicBezTo>
                  <a:pt x="1746752" y="351289"/>
                  <a:pt x="1658257" y="351113"/>
                  <a:pt x="1570116" y="359415"/>
                </a:cubicBezTo>
                <a:cubicBezTo>
                  <a:pt x="1502394" y="565928"/>
                  <a:pt x="1360803" y="740164"/>
                  <a:pt x="1172509" y="848696"/>
                </a:cubicBezTo>
                <a:cubicBezTo>
                  <a:pt x="984353" y="957558"/>
                  <a:pt x="762622" y="993099"/>
                  <a:pt x="549867" y="948495"/>
                </a:cubicBezTo>
                <a:cubicBezTo>
                  <a:pt x="498744" y="1020614"/>
                  <a:pt x="454507" y="1097374"/>
                  <a:pt x="417744" y="1177768"/>
                </a:cubicBezTo>
                <a:cubicBezTo>
                  <a:pt x="562686" y="1339666"/>
                  <a:pt x="642757" y="1549375"/>
                  <a:pt x="642601" y="1766672"/>
                </a:cubicBezTo>
                <a:cubicBezTo>
                  <a:pt x="642601" y="1989233"/>
                  <a:pt x="559582" y="2197134"/>
                  <a:pt x="417744" y="2355576"/>
                </a:cubicBezTo>
                <a:cubicBezTo>
                  <a:pt x="454744" y="2435928"/>
                  <a:pt x="499092" y="2512676"/>
                  <a:pt x="550221" y="2584850"/>
                </a:cubicBezTo>
                <a:cubicBezTo>
                  <a:pt x="762841" y="2540284"/>
                  <a:pt x="984429" y="2575753"/>
                  <a:pt x="1172509" y="2684472"/>
                </a:cubicBezTo>
                <a:close/>
                <a:moveTo>
                  <a:pt x="1702416" y="2296580"/>
                </a:moveTo>
                <a:cubicBezTo>
                  <a:pt x="1409748" y="2296580"/>
                  <a:pt x="1172509" y="2059340"/>
                  <a:pt x="1172509" y="1766672"/>
                </a:cubicBezTo>
                <a:cubicBezTo>
                  <a:pt x="1172509" y="1474004"/>
                  <a:pt x="1409748" y="1236765"/>
                  <a:pt x="1702416" y="1236765"/>
                </a:cubicBezTo>
                <a:cubicBezTo>
                  <a:pt x="1995084" y="1236765"/>
                  <a:pt x="2232324" y="1474004"/>
                  <a:pt x="2232324" y="1766672"/>
                </a:cubicBezTo>
                <a:cubicBezTo>
                  <a:pt x="2232324" y="2059340"/>
                  <a:pt x="1995084" y="2296580"/>
                  <a:pt x="1702416" y="2296580"/>
                </a:cubicBezTo>
                <a:close/>
                <a:moveTo>
                  <a:pt x="1702416" y="1943308"/>
                </a:moveTo>
                <a:cubicBezTo>
                  <a:pt x="1799972" y="1943308"/>
                  <a:pt x="1879052" y="1864228"/>
                  <a:pt x="1879052" y="1766672"/>
                </a:cubicBezTo>
                <a:cubicBezTo>
                  <a:pt x="1879052" y="1669116"/>
                  <a:pt x="1799972" y="1590036"/>
                  <a:pt x="1702416" y="1590036"/>
                </a:cubicBezTo>
                <a:cubicBezTo>
                  <a:pt x="1604860" y="1590036"/>
                  <a:pt x="1525780" y="1669116"/>
                  <a:pt x="1525780" y="1766672"/>
                </a:cubicBezTo>
                <a:cubicBezTo>
                  <a:pt x="1525780" y="1864228"/>
                  <a:pt x="1604860" y="1943308"/>
                  <a:pt x="1702416" y="1943308"/>
                </a:cubicBezTo>
                <a:close/>
              </a:path>
            </a:pathLst>
          </a:custGeom>
          <a:solidFill>
            <a:srgbClr val="A5B4C8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30A028C-75EA-40DB-95A1-B28E03E34B57}"/>
              </a:ext>
            </a:extLst>
          </p:cNvPr>
          <p:cNvSpPr/>
          <p:nvPr/>
        </p:nvSpPr>
        <p:spPr>
          <a:xfrm>
            <a:off x="240600" y="2307737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A5B4C8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1546481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44A46B54-38C0-4D08-9FB1-82D365C64E78}"/>
              </a:ext>
            </a:extLst>
          </p:cNvPr>
          <p:cNvSpPr/>
          <p:nvPr/>
        </p:nvSpPr>
        <p:spPr>
          <a:xfrm>
            <a:off x="0" y="0"/>
            <a:ext cx="12192000" cy="6852897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" name="Retângulo: Cantos Arredondados 28">
            <a:extLst>
              <a:ext uri="{FF2B5EF4-FFF2-40B4-BE49-F238E27FC236}">
                <a16:creationId xmlns:a16="http://schemas.microsoft.com/office/drawing/2014/main" id="{86E3885B-1DE7-4B3D-89A4-93B06F237D6D}"/>
              </a:ext>
            </a:extLst>
          </p:cNvPr>
          <p:cNvSpPr/>
          <p:nvPr/>
        </p:nvSpPr>
        <p:spPr>
          <a:xfrm>
            <a:off x="0" y="0"/>
            <a:ext cx="12192000" cy="652463"/>
          </a:xfrm>
          <a:prstGeom prst="roundRect">
            <a:avLst>
              <a:gd name="adj" fmla="val 0"/>
            </a:avLst>
          </a:prstGeom>
          <a:solidFill>
            <a:srgbClr val="282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2015E93-FFDD-458D-8FC2-1407B5A2F3CA}"/>
              </a:ext>
            </a:extLst>
          </p:cNvPr>
          <p:cNvSpPr/>
          <p:nvPr/>
        </p:nvSpPr>
        <p:spPr>
          <a:xfrm>
            <a:off x="178593" y="862693"/>
            <a:ext cx="11813376" cy="1143000"/>
          </a:xfrm>
          <a:prstGeom prst="roundRect">
            <a:avLst>
              <a:gd name="adj" fmla="val 8333"/>
            </a:avLst>
          </a:prstGeom>
          <a:solidFill>
            <a:srgbClr val="282D3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2B57181-D7A8-4F53-BF4B-6B3BA0E479DB}"/>
              </a:ext>
            </a:extLst>
          </p:cNvPr>
          <p:cNvSpPr/>
          <p:nvPr/>
        </p:nvSpPr>
        <p:spPr>
          <a:xfrm>
            <a:off x="190500" y="2194307"/>
            <a:ext cx="7810500" cy="2459182"/>
          </a:xfrm>
          <a:prstGeom prst="roundRect">
            <a:avLst>
              <a:gd name="adj" fmla="val 3873"/>
            </a:avLst>
          </a:prstGeom>
          <a:solidFill>
            <a:srgbClr val="282D3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93" name="Retângulo: Cantos Arredondados 192">
            <a:extLst>
              <a:ext uri="{FF2B5EF4-FFF2-40B4-BE49-F238E27FC236}">
                <a16:creationId xmlns:a16="http://schemas.microsoft.com/office/drawing/2014/main" id="{19577DE8-6A3C-480B-9F9F-9056891323E5}"/>
              </a:ext>
            </a:extLst>
          </p:cNvPr>
          <p:cNvSpPr/>
          <p:nvPr/>
        </p:nvSpPr>
        <p:spPr>
          <a:xfrm>
            <a:off x="190499" y="4842103"/>
            <a:ext cx="7810499" cy="1830161"/>
          </a:xfrm>
          <a:prstGeom prst="roundRect">
            <a:avLst>
              <a:gd name="adj" fmla="val 5204"/>
            </a:avLst>
          </a:prstGeom>
          <a:solidFill>
            <a:srgbClr val="282D3C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96" name="Retângulo: Cantos Arredondados 195">
            <a:extLst>
              <a:ext uri="{FF2B5EF4-FFF2-40B4-BE49-F238E27FC236}">
                <a16:creationId xmlns:a16="http://schemas.microsoft.com/office/drawing/2014/main" id="{DEBA222D-2588-4D5F-A1C1-F11171573C58}"/>
              </a:ext>
            </a:extLst>
          </p:cNvPr>
          <p:cNvSpPr/>
          <p:nvPr/>
        </p:nvSpPr>
        <p:spPr>
          <a:xfrm>
            <a:off x="8191500" y="2185307"/>
            <a:ext cx="3800469" cy="4486956"/>
          </a:xfrm>
          <a:prstGeom prst="roundRect">
            <a:avLst>
              <a:gd name="adj" fmla="val 2500"/>
            </a:avLst>
          </a:prstGeom>
          <a:solidFill>
            <a:srgbClr val="334F63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09" name="Retângulo: Cantos Arredondados 208">
            <a:extLst>
              <a:ext uri="{FF2B5EF4-FFF2-40B4-BE49-F238E27FC236}">
                <a16:creationId xmlns:a16="http://schemas.microsoft.com/office/drawing/2014/main" id="{72D5ADC7-6BED-447C-A796-61BB98379A5D}"/>
              </a:ext>
            </a:extLst>
          </p:cNvPr>
          <p:cNvSpPr/>
          <p:nvPr/>
        </p:nvSpPr>
        <p:spPr>
          <a:xfrm>
            <a:off x="357539" y="1204727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10" name="Forma Livre: Forma 209">
            <a:extLst>
              <a:ext uri="{FF2B5EF4-FFF2-40B4-BE49-F238E27FC236}">
                <a16:creationId xmlns:a16="http://schemas.microsoft.com/office/drawing/2014/main" id="{52E9681C-A35C-4FE1-8053-18FFA98D6E59}"/>
              </a:ext>
            </a:extLst>
          </p:cNvPr>
          <p:cNvSpPr>
            <a:spLocks noChangeAspect="1"/>
          </p:cNvSpPr>
          <p:nvPr/>
        </p:nvSpPr>
        <p:spPr>
          <a:xfrm>
            <a:off x="478836" y="1320200"/>
            <a:ext cx="227974" cy="227985"/>
          </a:xfrm>
          <a:custGeom>
            <a:avLst/>
            <a:gdLst>
              <a:gd name="connsiteX0" fmla="*/ 1485790 w 3257782"/>
              <a:gd name="connsiteY0" fmla="*/ 0 h 3257942"/>
              <a:gd name="connsiteX1" fmla="*/ 3036304 w 3257782"/>
              <a:gd name="connsiteY1" fmla="*/ 221636 h 3257942"/>
              <a:gd name="connsiteX2" fmla="*/ 3257783 w 3257782"/>
              <a:gd name="connsiteY2" fmla="*/ 1772306 h 3257942"/>
              <a:gd name="connsiteX3" fmla="*/ 1818009 w 3257782"/>
              <a:gd name="connsiteY3" fmla="*/ 3212080 h 3257942"/>
              <a:gd name="connsiteX4" fmla="*/ 1596530 w 3257782"/>
              <a:gd name="connsiteY4" fmla="*/ 3212080 h 3257942"/>
              <a:gd name="connsiteX5" fmla="*/ 45860 w 3257782"/>
              <a:gd name="connsiteY5" fmla="*/ 1661410 h 3257942"/>
              <a:gd name="connsiteX6" fmla="*/ 45860 w 3257782"/>
              <a:gd name="connsiteY6" fmla="*/ 1439930 h 3257942"/>
              <a:gd name="connsiteX7" fmla="*/ 1485790 w 3257782"/>
              <a:gd name="connsiteY7" fmla="*/ 0 h 3257942"/>
              <a:gd name="connsiteX8" fmla="*/ 1596530 w 3257782"/>
              <a:gd name="connsiteY8" fmla="*/ 332376 h 3257942"/>
              <a:gd name="connsiteX9" fmla="*/ 378079 w 3257782"/>
              <a:gd name="connsiteY9" fmla="*/ 1550670 h 3257942"/>
              <a:gd name="connsiteX10" fmla="*/ 1707270 w 3257782"/>
              <a:gd name="connsiteY10" fmla="*/ 2879704 h 3257942"/>
              <a:gd name="connsiteX11" fmla="*/ 2925564 w 3257782"/>
              <a:gd name="connsiteY11" fmla="*/ 1661410 h 3257942"/>
              <a:gd name="connsiteX12" fmla="*/ 2759532 w 3257782"/>
              <a:gd name="connsiteY12" fmla="*/ 498407 h 3257942"/>
              <a:gd name="connsiteX13" fmla="*/ 1596530 w 3257782"/>
              <a:gd name="connsiteY13" fmla="*/ 332376 h 3257942"/>
              <a:gd name="connsiteX14" fmla="*/ 1928593 w 3257782"/>
              <a:gd name="connsiteY14" fmla="*/ 1329191 h 3257942"/>
              <a:gd name="connsiteX15" fmla="*/ 1928671 w 3257782"/>
              <a:gd name="connsiteY15" fmla="*/ 885996 h 3257942"/>
              <a:gd name="connsiteX16" fmla="*/ 2371865 w 3257782"/>
              <a:gd name="connsiteY16" fmla="*/ 886075 h 3257942"/>
              <a:gd name="connsiteX17" fmla="*/ 2371787 w 3257782"/>
              <a:gd name="connsiteY17" fmla="*/ 1329269 h 3257942"/>
              <a:gd name="connsiteX18" fmla="*/ 1928593 w 3257782"/>
              <a:gd name="connsiteY18" fmla="*/ 1329191 h 325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57782" h="3257942">
                <a:moveTo>
                  <a:pt x="1485790" y="0"/>
                </a:moveTo>
                <a:lnTo>
                  <a:pt x="3036304" y="221636"/>
                </a:lnTo>
                <a:lnTo>
                  <a:pt x="3257783" y="1772306"/>
                </a:lnTo>
                <a:lnTo>
                  <a:pt x="1818009" y="3212080"/>
                </a:lnTo>
                <a:cubicBezTo>
                  <a:pt x="1756844" y="3273230"/>
                  <a:pt x="1657695" y="3273230"/>
                  <a:pt x="1596530" y="3212080"/>
                </a:cubicBezTo>
                <a:lnTo>
                  <a:pt x="45860" y="1661410"/>
                </a:lnTo>
                <a:cubicBezTo>
                  <a:pt x="-15287" y="1600244"/>
                  <a:pt x="-15287" y="1501096"/>
                  <a:pt x="45860" y="1439930"/>
                </a:cubicBezTo>
                <a:lnTo>
                  <a:pt x="1485790" y="0"/>
                </a:lnTo>
                <a:close/>
                <a:moveTo>
                  <a:pt x="1596530" y="332376"/>
                </a:moveTo>
                <a:lnTo>
                  <a:pt x="378079" y="1550670"/>
                </a:lnTo>
                <a:lnTo>
                  <a:pt x="1707270" y="2879704"/>
                </a:lnTo>
                <a:lnTo>
                  <a:pt x="2925564" y="1661410"/>
                </a:lnTo>
                <a:lnTo>
                  <a:pt x="2759532" y="498407"/>
                </a:lnTo>
                <a:lnTo>
                  <a:pt x="1596530" y="332376"/>
                </a:lnTo>
                <a:close/>
                <a:moveTo>
                  <a:pt x="1928593" y="1329191"/>
                </a:moveTo>
                <a:cubicBezTo>
                  <a:pt x="1806231" y="1206785"/>
                  <a:pt x="1806262" y="1008360"/>
                  <a:pt x="1928671" y="885996"/>
                </a:cubicBezTo>
                <a:cubicBezTo>
                  <a:pt x="2051080" y="763633"/>
                  <a:pt x="2249503" y="763669"/>
                  <a:pt x="2371865" y="886075"/>
                </a:cubicBezTo>
                <a:cubicBezTo>
                  <a:pt x="2494227" y="1008481"/>
                  <a:pt x="2494196" y="1206905"/>
                  <a:pt x="2371787" y="1329269"/>
                </a:cubicBezTo>
                <a:cubicBezTo>
                  <a:pt x="2249378" y="1451631"/>
                  <a:pt x="2050955" y="1451600"/>
                  <a:pt x="1928593" y="1329191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213" name="Retângulo: Cantos Arredondados 212">
            <a:extLst>
              <a:ext uri="{FF2B5EF4-FFF2-40B4-BE49-F238E27FC236}">
                <a16:creationId xmlns:a16="http://schemas.microsoft.com/office/drawing/2014/main" id="{577028A1-B573-4B8C-B5C1-084B6DD0BE2B}"/>
              </a:ext>
            </a:extLst>
          </p:cNvPr>
          <p:cNvSpPr/>
          <p:nvPr/>
        </p:nvSpPr>
        <p:spPr>
          <a:xfrm>
            <a:off x="2752731" y="119043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14" name="Forma Livre: Forma 213">
            <a:extLst>
              <a:ext uri="{FF2B5EF4-FFF2-40B4-BE49-F238E27FC236}">
                <a16:creationId xmlns:a16="http://schemas.microsoft.com/office/drawing/2014/main" id="{A395EDD2-005B-4CEA-B671-B996F302B580}"/>
              </a:ext>
            </a:extLst>
          </p:cNvPr>
          <p:cNvSpPr>
            <a:spLocks noChangeAspect="1"/>
          </p:cNvSpPr>
          <p:nvPr/>
        </p:nvSpPr>
        <p:spPr>
          <a:xfrm>
            <a:off x="2864650" y="1291618"/>
            <a:ext cx="252413" cy="256568"/>
          </a:xfrm>
          <a:custGeom>
            <a:avLst/>
            <a:gdLst>
              <a:gd name="connsiteX0" fmla="*/ 507962 w 3273490"/>
              <a:gd name="connsiteY0" fmla="*/ 729441 h 3327361"/>
              <a:gd name="connsiteX1" fmla="*/ 0 w 3273490"/>
              <a:gd name="connsiteY1" fmla="*/ 221636 h 3327361"/>
              <a:gd name="connsiteX2" fmla="*/ 221636 w 3273490"/>
              <a:gd name="connsiteY2" fmla="*/ 0 h 3327361"/>
              <a:gd name="connsiteX3" fmla="*/ 729441 w 3273490"/>
              <a:gd name="connsiteY3" fmla="*/ 507962 h 3327361"/>
              <a:gd name="connsiteX4" fmla="*/ 3116847 w 3273490"/>
              <a:gd name="connsiteY4" fmla="*/ 507962 h 3327361"/>
              <a:gd name="connsiteX5" fmla="*/ 3273491 w 3273490"/>
              <a:gd name="connsiteY5" fmla="*/ 664584 h 3327361"/>
              <a:gd name="connsiteX6" fmla="*/ 3266902 w 3273490"/>
              <a:gd name="connsiteY6" fmla="*/ 709549 h 3327361"/>
              <a:gd name="connsiteX7" fmla="*/ 2890982 w 3273490"/>
              <a:gd name="connsiteY7" fmla="*/ 1962616 h 3327361"/>
              <a:gd name="connsiteX8" fmla="*/ 2740927 w 3273490"/>
              <a:gd name="connsiteY8" fmla="*/ 2074295 h 3327361"/>
              <a:gd name="connsiteX9" fmla="*/ 821229 w 3273490"/>
              <a:gd name="connsiteY9" fmla="*/ 2074295 h 3327361"/>
              <a:gd name="connsiteX10" fmla="*/ 821229 w 3273490"/>
              <a:gd name="connsiteY10" fmla="*/ 2387562 h 3327361"/>
              <a:gd name="connsiteX11" fmla="*/ 2544195 w 3273490"/>
              <a:gd name="connsiteY11" fmla="*/ 2387562 h 3327361"/>
              <a:gd name="connsiteX12" fmla="*/ 2544195 w 3273490"/>
              <a:gd name="connsiteY12" fmla="*/ 2700829 h 3327361"/>
              <a:gd name="connsiteX13" fmla="*/ 664595 w 3273490"/>
              <a:gd name="connsiteY13" fmla="*/ 2700829 h 3327361"/>
              <a:gd name="connsiteX14" fmla="*/ 507962 w 3273490"/>
              <a:gd name="connsiteY14" fmla="*/ 2544195 h 3327361"/>
              <a:gd name="connsiteX15" fmla="*/ 507962 w 3273490"/>
              <a:gd name="connsiteY15" fmla="*/ 729441 h 3327361"/>
              <a:gd name="connsiteX16" fmla="*/ 821229 w 3273490"/>
              <a:gd name="connsiteY16" fmla="*/ 821229 h 3327361"/>
              <a:gd name="connsiteX17" fmla="*/ 821229 w 3273490"/>
              <a:gd name="connsiteY17" fmla="*/ 1761029 h 3327361"/>
              <a:gd name="connsiteX18" fmla="*/ 2624391 w 3273490"/>
              <a:gd name="connsiteY18" fmla="*/ 1761029 h 3327361"/>
              <a:gd name="connsiteX19" fmla="*/ 2906332 w 3273490"/>
              <a:gd name="connsiteY19" fmla="*/ 821229 h 3327361"/>
              <a:gd name="connsiteX20" fmla="*/ 821229 w 3273490"/>
              <a:gd name="connsiteY20" fmla="*/ 821229 h 3327361"/>
              <a:gd name="connsiteX21" fmla="*/ 742912 w 3273490"/>
              <a:gd name="connsiteY21" fmla="*/ 3327362 h 3327361"/>
              <a:gd name="connsiteX22" fmla="*/ 507962 w 3273490"/>
              <a:gd name="connsiteY22" fmla="*/ 3092412 h 3327361"/>
              <a:gd name="connsiteX23" fmla="*/ 742912 w 3273490"/>
              <a:gd name="connsiteY23" fmla="*/ 2857462 h 3327361"/>
              <a:gd name="connsiteX24" fmla="*/ 977862 w 3273490"/>
              <a:gd name="connsiteY24" fmla="*/ 3092412 h 3327361"/>
              <a:gd name="connsiteX25" fmla="*/ 742912 w 3273490"/>
              <a:gd name="connsiteY25" fmla="*/ 3327362 h 3327361"/>
              <a:gd name="connsiteX26" fmla="*/ 2622512 w 3273490"/>
              <a:gd name="connsiteY26" fmla="*/ 3327362 h 3327361"/>
              <a:gd name="connsiteX27" fmla="*/ 2387562 w 3273490"/>
              <a:gd name="connsiteY27" fmla="*/ 3092412 h 3327361"/>
              <a:gd name="connsiteX28" fmla="*/ 2622512 w 3273490"/>
              <a:gd name="connsiteY28" fmla="*/ 2857462 h 3327361"/>
              <a:gd name="connsiteX29" fmla="*/ 2857462 w 3273490"/>
              <a:gd name="connsiteY29" fmla="*/ 3092412 h 3327361"/>
              <a:gd name="connsiteX30" fmla="*/ 2622512 w 3273490"/>
              <a:gd name="connsiteY30" fmla="*/ 3327362 h 332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273490" h="3327361">
                <a:moveTo>
                  <a:pt x="507962" y="729441"/>
                </a:moveTo>
                <a:lnTo>
                  <a:pt x="0" y="221636"/>
                </a:lnTo>
                <a:lnTo>
                  <a:pt x="221636" y="0"/>
                </a:lnTo>
                <a:lnTo>
                  <a:pt x="729441" y="507962"/>
                </a:lnTo>
                <a:lnTo>
                  <a:pt x="3116847" y="507962"/>
                </a:lnTo>
                <a:cubicBezTo>
                  <a:pt x="3203353" y="507956"/>
                  <a:pt x="3273485" y="578078"/>
                  <a:pt x="3273491" y="664584"/>
                </a:cubicBezTo>
                <a:cubicBezTo>
                  <a:pt x="3273492" y="679813"/>
                  <a:pt x="3271272" y="694961"/>
                  <a:pt x="3266902" y="709549"/>
                </a:cubicBezTo>
                <a:lnTo>
                  <a:pt x="2890982" y="1962616"/>
                </a:lnTo>
                <a:cubicBezTo>
                  <a:pt x="2871123" y="2028900"/>
                  <a:pt x="2810123" y="2074300"/>
                  <a:pt x="2740927" y="2074295"/>
                </a:cubicBezTo>
                <a:lnTo>
                  <a:pt x="821229" y="2074295"/>
                </a:lnTo>
                <a:lnTo>
                  <a:pt x="821229" y="2387562"/>
                </a:lnTo>
                <a:lnTo>
                  <a:pt x="2544195" y="2387562"/>
                </a:lnTo>
                <a:lnTo>
                  <a:pt x="2544195" y="2700829"/>
                </a:lnTo>
                <a:lnTo>
                  <a:pt x="664595" y="2700829"/>
                </a:lnTo>
                <a:cubicBezTo>
                  <a:pt x="578089" y="2700829"/>
                  <a:pt x="507962" y="2630701"/>
                  <a:pt x="507962" y="2544195"/>
                </a:cubicBezTo>
                <a:lnTo>
                  <a:pt x="507962" y="729441"/>
                </a:lnTo>
                <a:close/>
                <a:moveTo>
                  <a:pt x="821229" y="821229"/>
                </a:moveTo>
                <a:lnTo>
                  <a:pt x="821229" y="1761029"/>
                </a:lnTo>
                <a:lnTo>
                  <a:pt x="2624391" y="1761029"/>
                </a:lnTo>
                <a:lnTo>
                  <a:pt x="2906332" y="821229"/>
                </a:lnTo>
                <a:lnTo>
                  <a:pt x="821229" y="821229"/>
                </a:lnTo>
                <a:close/>
                <a:moveTo>
                  <a:pt x="742912" y="3327362"/>
                </a:moveTo>
                <a:cubicBezTo>
                  <a:pt x="613153" y="3327362"/>
                  <a:pt x="507962" y="3222171"/>
                  <a:pt x="507962" y="3092412"/>
                </a:cubicBezTo>
                <a:cubicBezTo>
                  <a:pt x="507962" y="2962653"/>
                  <a:pt x="613153" y="2857462"/>
                  <a:pt x="742912" y="2857462"/>
                </a:cubicBezTo>
                <a:cubicBezTo>
                  <a:pt x="872671" y="2857462"/>
                  <a:pt x="977862" y="2962653"/>
                  <a:pt x="977862" y="3092412"/>
                </a:cubicBezTo>
                <a:cubicBezTo>
                  <a:pt x="977862" y="3222171"/>
                  <a:pt x="872671" y="3327362"/>
                  <a:pt x="742912" y="3327362"/>
                </a:cubicBezTo>
                <a:close/>
                <a:moveTo>
                  <a:pt x="2622512" y="3327362"/>
                </a:moveTo>
                <a:cubicBezTo>
                  <a:pt x="2492753" y="3327362"/>
                  <a:pt x="2387562" y="3222171"/>
                  <a:pt x="2387562" y="3092412"/>
                </a:cubicBezTo>
                <a:cubicBezTo>
                  <a:pt x="2387562" y="2962653"/>
                  <a:pt x="2492753" y="2857462"/>
                  <a:pt x="2622512" y="2857462"/>
                </a:cubicBezTo>
                <a:cubicBezTo>
                  <a:pt x="2752271" y="2857462"/>
                  <a:pt x="2857462" y="2962653"/>
                  <a:pt x="2857462" y="3092412"/>
                </a:cubicBezTo>
                <a:cubicBezTo>
                  <a:pt x="2857462" y="3222171"/>
                  <a:pt x="2752271" y="3327362"/>
                  <a:pt x="2622512" y="3327362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 dirty="0"/>
          </a:p>
        </p:txBody>
      </p:sp>
      <p:sp>
        <p:nvSpPr>
          <p:cNvPr id="217" name="Retângulo: Cantos Arredondados 216">
            <a:extLst>
              <a:ext uri="{FF2B5EF4-FFF2-40B4-BE49-F238E27FC236}">
                <a16:creationId xmlns:a16="http://schemas.microsoft.com/office/drawing/2014/main" id="{23CCF158-0AFB-4327-8A26-4685F6B7ECF5}"/>
              </a:ext>
            </a:extLst>
          </p:cNvPr>
          <p:cNvSpPr/>
          <p:nvPr/>
        </p:nvSpPr>
        <p:spPr>
          <a:xfrm>
            <a:off x="5210921" y="1178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218" name="Forma Livre: Forma 217">
            <a:extLst>
              <a:ext uri="{FF2B5EF4-FFF2-40B4-BE49-F238E27FC236}">
                <a16:creationId xmlns:a16="http://schemas.microsoft.com/office/drawing/2014/main" id="{5919D232-1D54-4FAF-A67C-78497BF8E3AF}"/>
              </a:ext>
            </a:extLst>
          </p:cNvPr>
          <p:cNvSpPr>
            <a:spLocks noChangeAspect="1"/>
          </p:cNvSpPr>
          <p:nvPr/>
        </p:nvSpPr>
        <p:spPr>
          <a:xfrm>
            <a:off x="5314448" y="1305910"/>
            <a:ext cx="269196" cy="242276"/>
          </a:xfrm>
          <a:custGeom>
            <a:avLst/>
            <a:gdLst>
              <a:gd name="connsiteX0" fmla="*/ 2506133 w 3132666"/>
              <a:gd name="connsiteY0" fmla="*/ 626533 h 2819400"/>
              <a:gd name="connsiteX1" fmla="*/ 2976033 w 3132666"/>
              <a:gd name="connsiteY1" fmla="*/ 626533 h 2819400"/>
              <a:gd name="connsiteX2" fmla="*/ 3132667 w 3132666"/>
              <a:gd name="connsiteY2" fmla="*/ 783167 h 2819400"/>
              <a:gd name="connsiteX3" fmla="*/ 3132667 w 3132666"/>
              <a:gd name="connsiteY3" fmla="*/ 2662767 h 2819400"/>
              <a:gd name="connsiteX4" fmla="*/ 2976033 w 3132666"/>
              <a:gd name="connsiteY4" fmla="*/ 2819400 h 2819400"/>
              <a:gd name="connsiteX5" fmla="*/ 156633 w 3132666"/>
              <a:gd name="connsiteY5" fmla="*/ 2819400 h 2819400"/>
              <a:gd name="connsiteX6" fmla="*/ 0 w 3132666"/>
              <a:gd name="connsiteY6" fmla="*/ 2662767 h 2819400"/>
              <a:gd name="connsiteX7" fmla="*/ 0 w 3132666"/>
              <a:gd name="connsiteY7" fmla="*/ 156633 h 2819400"/>
              <a:gd name="connsiteX8" fmla="*/ 156633 w 3132666"/>
              <a:gd name="connsiteY8" fmla="*/ 0 h 2819400"/>
              <a:gd name="connsiteX9" fmla="*/ 2506133 w 3132666"/>
              <a:gd name="connsiteY9" fmla="*/ 0 h 2819400"/>
              <a:gd name="connsiteX10" fmla="*/ 2506133 w 3132666"/>
              <a:gd name="connsiteY10" fmla="*/ 626533 h 2819400"/>
              <a:gd name="connsiteX11" fmla="*/ 313267 w 3132666"/>
              <a:gd name="connsiteY11" fmla="*/ 939800 h 2819400"/>
              <a:gd name="connsiteX12" fmla="*/ 313267 w 3132666"/>
              <a:gd name="connsiteY12" fmla="*/ 2506133 h 2819400"/>
              <a:gd name="connsiteX13" fmla="*/ 2819400 w 3132666"/>
              <a:gd name="connsiteY13" fmla="*/ 2506133 h 2819400"/>
              <a:gd name="connsiteX14" fmla="*/ 2819400 w 3132666"/>
              <a:gd name="connsiteY14" fmla="*/ 939800 h 2819400"/>
              <a:gd name="connsiteX15" fmla="*/ 313267 w 3132666"/>
              <a:gd name="connsiteY15" fmla="*/ 939800 h 2819400"/>
              <a:gd name="connsiteX16" fmla="*/ 313267 w 3132666"/>
              <a:gd name="connsiteY16" fmla="*/ 313267 h 2819400"/>
              <a:gd name="connsiteX17" fmla="*/ 313267 w 3132666"/>
              <a:gd name="connsiteY17" fmla="*/ 626533 h 2819400"/>
              <a:gd name="connsiteX18" fmla="*/ 2192867 w 3132666"/>
              <a:gd name="connsiteY18" fmla="*/ 626533 h 2819400"/>
              <a:gd name="connsiteX19" fmla="*/ 2192867 w 3132666"/>
              <a:gd name="connsiteY19" fmla="*/ 313267 h 2819400"/>
              <a:gd name="connsiteX20" fmla="*/ 313267 w 3132666"/>
              <a:gd name="connsiteY20" fmla="*/ 313267 h 2819400"/>
              <a:gd name="connsiteX21" fmla="*/ 2036233 w 3132666"/>
              <a:gd name="connsiteY21" fmla="*/ 1566333 h 2819400"/>
              <a:gd name="connsiteX22" fmla="*/ 2506133 w 3132666"/>
              <a:gd name="connsiteY22" fmla="*/ 1566333 h 2819400"/>
              <a:gd name="connsiteX23" fmla="*/ 2506133 w 3132666"/>
              <a:gd name="connsiteY23" fmla="*/ 1879600 h 2819400"/>
              <a:gd name="connsiteX24" fmla="*/ 2036233 w 3132666"/>
              <a:gd name="connsiteY24" fmla="*/ 1879600 h 2819400"/>
              <a:gd name="connsiteX25" fmla="*/ 2036233 w 3132666"/>
              <a:gd name="connsiteY25" fmla="*/ 1566333 h 281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32666" h="2819400">
                <a:moveTo>
                  <a:pt x="2506133" y="626533"/>
                </a:moveTo>
                <a:lnTo>
                  <a:pt x="2976033" y="626533"/>
                </a:lnTo>
                <a:cubicBezTo>
                  <a:pt x="3062542" y="626533"/>
                  <a:pt x="3132667" y="696661"/>
                  <a:pt x="3132667" y="783167"/>
                </a:cubicBezTo>
                <a:lnTo>
                  <a:pt x="3132667" y="2662767"/>
                </a:lnTo>
                <a:cubicBezTo>
                  <a:pt x="3132667" y="2749275"/>
                  <a:pt x="3062542" y="2819400"/>
                  <a:pt x="2976033" y="2819400"/>
                </a:cubicBezTo>
                <a:lnTo>
                  <a:pt x="156633" y="2819400"/>
                </a:lnTo>
                <a:cubicBezTo>
                  <a:pt x="70128" y="2819400"/>
                  <a:pt x="0" y="2749275"/>
                  <a:pt x="0" y="2662767"/>
                </a:cubicBezTo>
                <a:lnTo>
                  <a:pt x="0" y="156633"/>
                </a:lnTo>
                <a:cubicBezTo>
                  <a:pt x="0" y="70128"/>
                  <a:pt x="70128" y="0"/>
                  <a:pt x="156633" y="0"/>
                </a:cubicBezTo>
                <a:lnTo>
                  <a:pt x="2506133" y="0"/>
                </a:lnTo>
                <a:lnTo>
                  <a:pt x="2506133" y="626533"/>
                </a:lnTo>
                <a:close/>
                <a:moveTo>
                  <a:pt x="313267" y="939800"/>
                </a:moveTo>
                <a:lnTo>
                  <a:pt x="313267" y="2506133"/>
                </a:lnTo>
                <a:lnTo>
                  <a:pt x="2819400" y="2506133"/>
                </a:lnTo>
                <a:lnTo>
                  <a:pt x="2819400" y="939800"/>
                </a:lnTo>
                <a:lnTo>
                  <a:pt x="313267" y="939800"/>
                </a:lnTo>
                <a:close/>
                <a:moveTo>
                  <a:pt x="313267" y="313267"/>
                </a:moveTo>
                <a:lnTo>
                  <a:pt x="313267" y="626533"/>
                </a:lnTo>
                <a:lnTo>
                  <a:pt x="2192867" y="626533"/>
                </a:lnTo>
                <a:lnTo>
                  <a:pt x="2192867" y="313267"/>
                </a:lnTo>
                <a:lnTo>
                  <a:pt x="313267" y="313267"/>
                </a:lnTo>
                <a:close/>
                <a:moveTo>
                  <a:pt x="2036233" y="1566333"/>
                </a:moveTo>
                <a:lnTo>
                  <a:pt x="2506133" y="1566333"/>
                </a:lnTo>
                <a:lnTo>
                  <a:pt x="2506133" y="1879600"/>
                </a:lnTo>
                <a:lnTo>
                  <a:pt x="2036233" y="1879600"/>
                </a:lnTo>
                <a:lnTo>
                  <a:pt x="2036233" y="1566333"/>
                </a:ln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21" name="Retângulo: Cantos Arredondados 220">
            <a:extLst>
              <a:ext uri="{FF2B5EF4-FFF2-40B4-BE49-F238E27FC236}">
                <a16:creationId xmlns:a16="http://schemas.microsoft.com/office/drawing/2014/main" id="{25D4A9FF-5EFE-4A1D-AD91-F46ACDE2FAAF}"/>
              </a:ext>
            </a:extLst>
          </p:cNvPr>
          <p:cNvSpPr/>
          <p:nvPr/>
        </p:nvSpPr>
        <p:spPr>
          <a:xfrm>
            <a:off x="7568296" y="1172044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22" name="Forma Livre: Forma 221">
            <a:extLst>
              <a:ext uri="{FF2B5EF4-FFF2-40B4-BE49-F238E27FC236}">
                <a16:creationId xmlns:a16="http://schemas.microsoft.com/office/drawing/2014/main" id="{6BAB2732-12AC-438F-AC79-2FCE45304802}"/>
              </a:ext>
            </a:extLst>
          </p:cNvPr>
          <p:cNvSpPr>
            <a:spLocks noChangeAspect="1"/>
          </p:cNvSpPr>
          <p:nvPr/>
        </p:nvSpPr>
        <p:spPr>
          <a:xfrm flipH="1">
            <a:off x="7666156" y="1300491"/>
            <a:ext cx="280530" cy="242276"/>
          </a:xfrm>
          <a:custGeom>
            <a:avLst/>
            <a:gdLst>
              <a:gd name="connsiteX0" fmla="*/ 2192867 w 3445933"/>
              <a:gd name="connsiteY0" fmla="*/ 1 h 2976034"/>
              <a:gd name="connsiteX1" fmla="*/ 2819478 w 3445933"/>
              <a:gd name="connsiteY1" fmla="*/ 626459 h 2976034"/>
              <a:gd name="connsiteX2" fmla="*/ 2735445 w 3445933"/>
              <a:gd name="connsiteY2" fmla="*/ 939958 h 2976034"/>
              <a:gd name="connsiteX3" fmla="*/ 3445933 w 3445933"/>
              <a:gd name="connsiteY3" fmla="*/ 939801 h 2976034"/>
              <a:gd name="connsiteX4" fmla="*/ 3445933 w 3445933"/>
              <a:gd name="connsiteY4" fmla="*/ 1253068 h 2976034"/>
              <a:gd name="connsiteX5" fmla="*/ 3132667 w 3445933"/>
              <a:gd name="connsiteY5" fmla="*/ 1253068 h 2976034"/>
              <a:gd name="connsiteX6" fmla="*/ 3132667 w 3445933"/>
              <a:gd name="connsiteY6" fmla="*/ 2819401 h 2976034"/>
              <a:gd name="connsiteX7" fmla="*/ 2976033 w 3445933"/>
              <a:gd name="connsiteY7" fmla="*/ 2976034 h 2976034"/>
              <a:gd name="connsiteX8" fmla="*/ 469900 w 3445933"/>
              <a:gd name="connsiteY8" fmla="*/ 2976034 h 2976034"/>
              <a:gd name="connsiteX9" fmla="*/ 313267 w 3445933"/>
              <a:gd name="connsiteY9" fmla="*/ 2819401 h 2976034"/>
              <a:gd name="connsiteX10" fmla="*/ 313267 w 3445933"/>
              <a:gd name="connsiteY10" fmla="*/ 1253068 h 2976034"/>
              <a:gd name="connsiteX11" fmla="*/ 0 w 3445933"/>
              <a:gd name="connsiteY11" fmla="*/ 1253068 h 2976034"/>
              <a:gd name="connsiteX12" fmla="*/ 0 w 3445933"/>
              <a:gd name="connsiteY12" fmla="*/ 939801 h 2976034"/>
              <a:gd name="connsiteX13" fmla="*/ 710489 w 3445933"/>
              <a:gd name="connsiteY13" fmla="*/ 939958 h 2976034"/>
              <a:gd name="connsiteX14" fmla="*/ 939720 w 3445933"/>
              <a:gd name="connsiteY14" fmla="*/ 84072 h 2976034"/>
              <a:gd name="connsiteX15" fmla="*/ 1722967 w 3445933"/>
              <a:gd name="connsiteY15" fmla="*/ 212239 h 2976034"/>
              <a:gd name="connsiteX16" fmla="*/ 2192867 w 3445933"/>
              <a:gd name="connsiteY16" fmla="*/ 1 h 2976034"/>
              <a:gd name="connsiteX17" fmla="*/ 1566333 w 3445933"/>
              <a:gd name="connsiteY17" fmla="*/ 1253068 h 2976034"/>
              <a:gd name="connsiteX18" fmla="*/ 626533 w 3445933"/>
              <a:gd name="connsiteY18" fmla="*/ 1253068 h 2976034"/>
              <a:gd name="connsiteX19" fmla="*/ 626533 w 3445933"/>
              <a:gd name="connsiteY19" fmla="*/ 2662768 h 2976034"/>
              <a:gd name="connsiteX20" fmla="*/ 1566333 w 3445933"/>
              <a:gd name="connsiteY20" fmla="*/ 2662768 h 2976034"/>
              <a:gd name="connsiteX21" fmla="*/ 1566333 w 3445933"/>
              <a:gd name="connsiteY21" fmla="*/ 1253068 h 2976034"/>
              <a:gd name="connsiteX22" fmla="*/ 2819400 w 3445933"/>
              <a:gd name="connsiteY22" fmla="*/ 1253068 h 2976034"/>
              <a:gd name="connsiteX23" fmla="*/ 1879600 w 3445933"/>
              <a:gd name="connsiteY23" fmla="*/ 1253068 h 2976034"/>
              <a:gd name="connsiteX24" fmla="*/ 1879600 w 3445933"/>
              <a:gd name="connsiteY24" fmla="*/ 2662768 h 2976034"/>
              <a:gd name="connsiteX25" fmla="*/ 2819400 w 3445933"/>
              <a:gd name="connsiteY25" fmla="*/ 2662768 h 2976034"/>
              <a:gd name="connsiteX26" fmla="*/ 2819400 w 3445933"/>
              <a:gd name="connsiteY26" fmla="*/ 1253068 h 2976034"/>
              <a:gd name="connsiteX27" fmla="*/ 1253067 w 3445933"/>
              <a:gd name="connsiteY27" fmla="*/ 313268 h 2976034"/>
              <a:gd name="connsiteX28" fmla="*/ 938401 w 3445933"/>
              <a:gd name="connsiteY28" fmla="*/ 625129 h 2976034"/>
              <a:gd name="connsiteX29" fmla="*/ 1229572 w 3445933"/>
              <a:gd name="connsiteY29" fmla="*/ 939018 h 2976034"/>
              <a:gd name="connsiteX30" fmla="*/ 1253067 w 3445933"/>
              <a:gd name="connsiteY30" fmla="*/ 939801 h 2976034"/>
              <a:gd name="connsiteX31" fmla="*/ 1566333 w 3445933"/>
              <a:gd name="connsiteY31" fmla="*/ 939801 h 2976034"/>
              <a:gd name="connsiteX32" fmla="*/ 1566333 w 3445933"/>
              <a:gd name="connsiteY32" fmla="*/ 626534 h 2976034"/>
              <a:gd name="connsiteX33" fmla="*/ 1300527 w 3445933"/>
              <a:gd name="connsiteY33" fmla="*/ 316870 h 2976034"/>
              <a:gd name="connsiteX34" fmla="*/ 1276405 w 3445933"/>
              <a:gd name="connsiteY34" fmla="*/ 314051 h 2976034"/>
              <a:gd name="connsiteX35" fmla="*/ 1253067 w 3445933"/>
              <a:gd name="connsiteY35" fmla="*/ 313268 h 2976034"/>
              <a:gd name="connsiteX36" fmla="*/ 2192867 w 3445933"/>
              <a:gd name="connsiteY36" fmla="*/ 313268 h 2976034"/>
              <a:gd name="connsiteX37" fmla="*/ 1880383 w 3445933"/>
              <a:gd name="connsiteY37" fmla="*/ 603039 h 2976034"/>
              <a:gd name="connsiteX38" fmla="*/ 1879600 w 3445933"/>
              <a:gd name="connsiteY38" fmla="*/ 626534 h 2976034"/>
              <a:gd name="connsiteX39" fmla="*/ 1879600 w 3445933"/>
              <a:gd name="connsiteY39" fmla="*/ 939801 h 2976034"/>
              <a:gd name="connsiteX40" fmla="*/ 2192867 w 3445933"/>
              <a:gd name="connsiteY40" fmla="*/ 939801 h 2976034"/>
              <a:gd name="connsiteX41" fmla="*/ 2505350 w 3445933"/>
              <a:gd name="connsiteY41" fmla="*/ 650029 h 2976034"/>
              <a:gd name="connsiteX42" fmla="*/ 2506133 w 3445933"/>
              <a:gd name="connsiteY42" fmla="*/ 626534 h 2976034"/>
              <a:gd name="connsiteX43" fmla="*/ 2192867 w 3445933"/>
              <a:gd name="connsiteY43" fmla="*/ 313268 h 297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5933" h="2976034">
                <a:moveTo>
                  <a:pt x="2192867" y="1"/>
                </a:moveTo>
                <a:cubicBezTo>
                  <a:pt x="2538886" y="-40"/>
                  <a:pt x="2819431" y="280436"/>
                  <a:pt x="2819478" y="626459"/>
                </a:cubicBezTo>
                <a:cubicBezTo>
                  <a:pt x="2819494" y="736525"/>
                  <a:pt x="2790501" y="844654"/>
                  <a:pt x="2735445" y="939958"/>
                </a:cubicBezTo>
                <a:lnTo>
                  <a:pt x="3445933" y="939801"/>
                </a:lnTo>
                <a:lnTo>
                  <a:pt x="3445933" y="1253068"/>
                </a:lnTo>
                <a:lnTo>
                  <a:pt x="3132667" y="1253068"/>
                </a:lnTo>
                <a:lnTo>
                  <a:pt x="3132667" y="2819401"/>
                </a:lnTo>
                <a:cubicBezTo>
                  <a:pt x="3132667" y="2905910"/>
                  <a:pt x="3062542" y="2976034"/>
                  <a:pt x="2976033" y="2976034"/>
                </a:cubicBezTo>
                <a:lnTo>
                  <a:pt x="469900" y="2976034"/>
                </a:lnTo>
                <a:cubicBezTo>
                  <a:pt x="383395" y="2976034"/>
                  <a:pt x="313267" y="2905910"/>
                  <a:pt x="313267" y="2819401"/>
                </a:cubicBezTo>
                <a:lnTo>
                  <a:pt x="313267" y="1253068"/>
                </a:lnTo>
                <a:lnTo>
                  <a:pt x="0" y="1253068"/>
                </a:lnTo>
                <a:lnTo>
                  <a:pt x="0" y="939801"/>
                </a:lnTo>
                <a:lnTo>
                  <a:pt x="710489" y="939958"/>
                </a:lnTo>
                <a:cubicBezTo>
                  <a:pt x="537443" y="640310"/>
                  <a:pt x="640073" y="257118"/>
                  <a:pt x="939720" y="84072"/>
                </a:cubicBezTo>
                <a:cubicBezTo>
                  <a:pt x="1198026" y="-65099"/>
                  <a:pt x="1525687" y="-11483"/>
                  <a:pt x="1722967" y="212239"/>
                </a:cubicBezTo>
                <a:cubicBezTo>
                  <a:pt x="1841663" y="77049"/>
                  <a:pt x="2012958" y="-315"/>
                  <a:pt x="2192867" y="1"/>
                </a:cubicBezTo>
                <a:close/>
                <a:moveTo>
                  <a:pt x="1566333" y="1253068"/>
                </a:moveTo>
                <a:lnTo>
                  <a:pt x="626533" y="1253068"/>
                </a:lnTo>
                <a:lnTo>
                  <a:pt x="626533" y="2662768"/>
                </a:lnTo>
                <a:lnTo>
                  <a:pt x="1566333" y="2662768"/>
                </a:lnTo>
                <a:lnTo>
                  <a:pt x="1566333" y="1253068"/>
                </a:lnTo>
                <a:close/>
                <a:moveTo>
                  <a:pt x="2819400" y="1253068"/>
                </a:moveTo>
                <a:lnTo>
                  <a:pt x="1879600" y="1253068"/>
                </a:lnTo>
                <a:lnTo>
                  <a:pt x="1879600" y="2662768"/>
                </a:lnTo>
                <a:lnTo>
                  <a:pt x="2819400" y="2662768"/>
                </a:lnTo>
                <a:lnTo>
                  <a:pt x="2819400" y="1253068"/>
                </a:lnTo>
                <a:close/>
                <a:moveTo>
                  <a:pt x="1253067" y="313268"/>
                </a:moveTo>
                <a:cubicBezTo>
                  <a:pt x="1080056" y="312494"/>
                  <a:pt x="939175" y="452118"/>
                  <a:pt x="938401" y="625129"/>
                </a:cubicBezTo>
                <a:cubicBezTo>
                  <a:pt x="937664" y="790107"/>
                  <a:pt x="1065003" y="927383"/>
                  <a:pt x="1229572" y="939018"/>
                </a:cubicBezTo>
                <a:lnTo>
                  <a:pt x="1253067" y="939801"/>
                </a:lnTo>
                <a:lnTo>
                  <a:pt x="1566333" y="939801"/>
                </a:lnTo>
                <a:lnTo>
                  <a:pt x="1566333" y="626534"/>
                </a:lnTo>
                <a:cubicBezTo>
                  <a:pt x="1566333" y="471843"/>
                  <a:pt x="1453432" y="340306"/>
                  <a:pt x="1300527" y="316870"/>
                </a:cubicBezTo>
                <a:lnTo>
                  <a:pt x="1276405" y="314051"/>
                </a:lnTo>
                <a:lnTo>
                  <a:pt x="1253067" y="313268"/>
                </a:lnTo>
                <a:close/>
                <a:moveTo>
                  <a:pt x="2192867" y="313268"/>
                </a:moveTo>
                <a:cubicBezTo>
                  <a:pt x="2028934" y="313216"/>
                  <a:pt x="1892679" y="439564"/>
                  <a:pt x="1880383" y="603039"/>
                </a:cubicBezTo>
                <a:lnTo>
                  <a:pt x="1879600" y="626534"/>
                </a:lnTo>
                <a:lnTo>
                  <a:pt x="1879600" y="939801"/>
                </a:lnTo>
                <a:lnTo>
                  <a:pt x="2192867" y="939801"/>
                </a:lnTo>
                <a:cubicBezTo>
                  <a:pt x="2356799" y="939853"/>
                  <a:pt x="2493055" y="813504"/>
                  <a:pt x="2505350" y="650029"/>
                </a:cubicBezTo>
                <a:lnTo>
                  <a:pt x="2506133" y="626534"/>
                </a:lnTo>
                <a:cubicBezTo>
                  <a:pt x="2506133" y="453522"/>
                  <a:pt x="2365884" y="313268"/>
                  <a:pt x="2192867" y="313268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225" name="Retângulo: Cantos Arredondados 224">
            <a:extLst>
              <a:ext uri="{FF2B5EF4-FFF2-40B4-BE49-F238E27FC236}">
                <a16:creationId xmlns:a16="http://schemas.microsoft.com/office/drawing/2014/main" id="{B9C093B8-4EF1-4E2B-933E-11401E89861F}"/>
              </a:ext>
            </a:extLst>
          </p:cNvPr>
          <p:cNvSpPr/>
          <p:nvPr/>
        </p:nvSpPr>
        <p:spPr>
          <a:xfrm>
            <a:off x="9940135" y="1179860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55B4D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26" name="Forma Livre: Forma 225">
            <a:extLst>
              <a:ext uri="{FF2B5EF4-FFF2-40B4-BE49-F238E27FC236}">
                <a16:creationId xmlns:a16="http://schemas.microsoft.com/office/drawing/2014/main" id="{79FD8F46-BD58-497C-B76D-A43BE0674048}"/>
              </a:ext>
            </a:extLst>
          </p:cNvPr>
          <p:cNvSpPr>
            <a:spLocks noChangeAspect="1"/>
          </p:cNvSpPr>
          <p:nvPr/>
        </p:nvSpPr>
        <p:spPr>
          <a:xfrm>
            <a:off x="10001868" y="1300490"/>
            <a:ext cx="352783" cy="256569"/>
          </a:xfrm>
          <a:custGeom>
            <a:avLst/>
            <a:gdLst>
              <a:gd name="connsiteX0" fmla="*/ 1722967 w 3445933"/>
              <a:gd name="connsiteY0" fmla="*/ 0 h 2506133"/>
              <a:gd name="connsiteX1" fmla="*/ 3445933 w 3445933"/>
              <a:gd name="connsiteY1" fmla="*/ 939800 h 2506133"/>
              <a:gd name="connsiteX2" fmla="*/ 3445933 w 3445933"/>
              <a:gd name="connsiteY2" fmla="*/ 1566333 h 2506133"/>
              <a:gd name="connsiteX3" fmla="*/ 1722967 w 3445933"/>
              <a:gd name="connsiteY3" fmla="*/ 2506133 h 2506133"/>
              <a:gd name="connsiteX4" fmla="*/ 783 w 3445933"/>
              <a:gd name="connsiteY4" fmla="*/ 1594058 h 2506133"/>
              <a:gd name="connsiteX5" fmla="*/ 0 w 3445933"/>
              <a:gd name="connsiteY5" fmla="*/ 1566333 h 2506133"/>
              <a:gd name="connsiteX6" fmla="*/ 0 w 3445933"/>
              <a:gd name="connsiteY6" fmla="*/ 939800 h 2506133"/>
              <a:gd name="connsiteX7" fmla="*/ 1722967 w 3445933"/>
              <a:gd name="connsiteY7" fmla="*/ 0 h 2506133"/>
              <a:gd name="connsiteX8" fmla="*/ 1722967 w 3445933"/>
              <a:gd name="connsiteY8" fmla="*/ 1879600 h 2506133"/>
              <a:gd name="connsiteX9" fmla="*/ 313267 w 3445933"/>
              <a:gd name="connsiteY9" fmla="*/ 1480185 h 2506133"/>
              <a:gd name="connsiteX10" fmla="*/ 313267 w 3445933"/>
              <a:gd name="connsiteY10" fmla="*/ 1566333 h 2506133"/>
              <a:gd name="connsiteX11" fmla="*/ 1722967 w 3445933"/>
              <a:gd name="connsiteY11" fmla="*/ 2192867 h 2506133"/>
              <a:gd name="connsiteX12" fmla="*/ 3131884 w 3445933"/>
              <a:gd name="connsiteY12" fmla="*/ 1584816 h 2506133"/>
              <a:gd name="connsiteX13" fmla="*/ 3132667 w 3445933"/>
              <a:gd name="connsiteY13" fmla="*/ 1566333 h 2506133"/>
              <a:gd name="connsiteX14" fmla="*/ 3132823 w 3445933"/>
              <a:gd name="connsiteY14" fmla="*/ 1480185 h 2506133"/>
              <a:gd name="connsiteX15" fmla="*/ 1722967 w 3445933"/>
              <a:gd name="connsiteY15" fmla="*/ 1879600 h 2506133"/>
              <a:gd name="connsiteX16" fmla="*/ 1722967 w 3445933"/>
              <a:gd name="connsiteY16" fmla="*/ 313267 h 2506133"/>
              <a:gd name="connsiteX17" fmla="*/ 313267 w 3445933"/>
              <a:gd name="connsiteY17" fmla="*/ 939800 h 2506133"/>
              <a:gd name="connsiteX18" fmla="*/ 1722967 w 3445933"/>
              <a:gd name="connsiteY18" fmla="*/ 1566333 h 2506133"/>
              <a:gd name="connsiteX19" fmla="*/ 3132667 w 3445933"/>
              <a:gd name="connsiteY19" fmla="*/ 939800 h 2506133"/>
              <a:gd name="connsiteX20" fmla="*/ 1722967 w 3445933"/>
              <a:gd name="connsiteY20" fmla="*/ 313267 h 250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45933" h="2506133">
                <a:moveTo>
                  <a:pt x="1722967" y="0"/>
                </a:moveTo>
                <a:cubicBezTo>
                  <a:pt x="2674514" y="0"/>
                  <a:pt x="3445933" y="420717"/>
                  <a:pt x="3445933" y="939800"/>
                </a:cubicBezTo>
                <a:lnTo>
                  <a:pt x="3445933" y="1566333"/>
                </a:lnTo>
                <a:cubicBezTo>
                  <a:pt x="3445933" y="2085416"/>
                  <a:pt x="2674514" y="2506133"/>
                  <a:pt x="1722967" y="2506133"/>
                </a:cubicBezTo>
                <a:cubicBezTo>
                  <a:pt x="788336" y="2506133"/>
                  <a:pt x="27567" y="2100297"/>
                  <a:pt x="783" y="1594058"/>
                </a:cubicBezTo>
                <a:lnTo>
                  <a:pt x="0" y="1566333"/>
                </a:lnTo>
                <a:lnTo>
                  <a:pt x="0" y="939800"/>
                </a:lnTo>
                <a:cubicBezTo>
                  <a:pt x="0" y="420717"/>
                  <a:pt x="771419" y="0"/>
                  <a:pt x="1722967" y="0"/>
                </a:cubicBezTo>
                <a:close/>
                <a:moveTo>
                  <a:pt x="1722967" y="1879600"/>
                </a:moveTo>
                <a:cubicBezTo>
                  <a:pt x="1140291" y="1879600"/>
                  <a:pt x="624967" y="1721870"/>
                  <a:pt x="313267" y="1480185"/>
                </a:cubicBezTo>
                <a:lnTo>
                  <a:pt x="313267" y="1566333"/>
                </a:lnTo>
                <a:cubicBezTo>
                  <a:pt x="313267" y="1861117"/>
                  <a:pt x="921474" y="2192867"/>
                  <a:pt x="1722967" y="2192867"/>
                </a:cubicBezTo>
                <a:cubicBezTo>
                  <a:pt x="2507700" y="2192867"/>
                  <a:pt x="3107292" y="1874901"/>
                  <a:pt x="3131884" y="1584816"/>
                </a:cubicBezTo>
                <a:lnTo>
                  <a:pt x="3132667" y="1566333"/>
                </a:lnTo>
                <a:lnTo>
                  <a:pt x="3132823" y="1480185"/>
                </a:lnTo>
                <a:cubicBezTo>
                  <a:pt x="2821123" y="1721714"/>
                  <a:pt x="2305799" y="1879600"/>
                  <a:pt x="1722967" y="1879600"/>
                </a:cubicBezTo>
                <a:close/>
                <a:moveTo>
                  <a:pt x="1722967" y="313267"/>
                </a:moveTo>
                <a:cubicBezTo>
                  <a:pt x="921474" y="313267"/>
                  <a:pt x="313267" y="645016"/>
                  <a:pt x="313267" y="939800"/>
                </a:cubicBezTo>
                <a:cubicBezTo>
                  <a:pt x="313267" y="1234584"/>
                  <a:pt x="921474" y="1566333"/>
                  <a:pt x="1722967" y="1566333"/>
                </a:cubicBezTo>
                <a:cubicBezTo>
                  <a:pt x="2524460" y="1566333"/>
                  <a:pt x="3132667" y="1234584"/>
                  <a:pt x="3132667" y="939800"/>
                </a:cubicBezTo>
                <a:cubicBezTo>
                  <a:pt x="3132667" y="645016"/>
                  <a:pt x="2524460" y="313267"/>
                  <a:pt x="1722967" y="313267"/>
                </a:cubicBezTo>
                <a:close/>
              </a:path>
            </a:pathLst>
          </a:custGeom>
          <a:solidFill>
            <a:srgbClr val="55B4D7"/>
          </a:solidFill>
          <a:ln w="15636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83E89B44-A96B-4505-A214-998D80DB456A}"/>
              </a:ext>
            </a:extLst>
          </p:cNvPr>
          <p:cNvSpPr>
            <a:spLocks noChangeAspect="1"/>
          </p:cNvSpPr>
          <p:nvPr/>
        </p:nvSpPr>
        <p:spPr>
          <a:xfrm>
            <a:off x="2047595" y="205093"/>
            <a:ext cx="272561" cy="242276"/>
          </a:xfrm>
          <a:custGeom>
            <a:avLst/>
            <a:gdLst>
              <a:gd name="connsiteX0" fmla="*/ 0 w 3179445"/>
              <a:gd name="connsiteY0" fmla="*/ 0 h 2826173"/>
              <a:gd name="connsiteX1" fmla="*/ 3179445 w 3179445"/>
              <a:gd name="connsiteY1" fmla="*/ 0 h 2826173"/>
              <a:gd name="connsiteX2" fmla="*/ 3179445 w 3179445"/>
              <a:gd name="connsiteY2" fmla="*/ 353272 h 2826173"/>
              <a:gd name="connsiteX3" fmla="*/ 0 w 3179445"/>
              <a:gd name="connsiteY3" fmla="*/ 353272 h 2826173"/>
              <a:gd name="connsiteX4" fmla="*/ 0 w 3179445"/>
              <a:gd name="connsiteY4" fmla="*/ 0 h 2826173"/>
              <a:gd name="connsiteX5" fmla="*/ 0 w 3179445"/>
              <a:gd name="connsiteY5" fmla="*/ 1236451 h 2826173"/>
              <a:gd name="connsiteX6" fmla="*/ 3179445 w 3179445"/>
              <a:gd name="connsiteY6" fmla="*/ 1236451 h 2826173"/>
              <a:gd name="connsiteX7" fmla="*/ 3179445 w 3179445"/>
              <a:gd name="connsiteY7" fmla="*/ 1589723 h 2826173"/>
              <a:gd name="connsiteX8" fmla="*/ 0 w 3179445"/>
              <a:gd name="connsiteY8" fmla="*/ 1589723 h 2826173"/>
              <a:gd name="connsiteX9" fmla="*/ 0 w 3179445"/>
              <a:gd name="connsiteY9" fmla="*/ 1236451 h 2826173"/>
              <a:gd name="connsiteX10" fmla="*/ 0 w 3179445"/>
              <a:gd name="connsiteY10" fmla="*/ 2472902 h 2826173"/>
              <a:gd name="connsiteX11" fmla="*/ 3179445 w 3179445"/>
              <a:gd name="connsiteY11" fmla="*/ 2472902 h 2826173"/>
              <a:gd name="connsiteX12" fmla="*/ 3179445 w 3179445"/>
              <a:gd name="connsiteY12" fmla="*/ 2826173 h 2826173"/>
              <a:gd name="connsiteX13" fmla="*/ 0 w 3179445"/>
              <a:gd name="connsiteY13" fmla="*/ 2826173 h 2826173"/>
              <a:gd name="connsiteX14" fmla="*/ 0 w 3179445"/>
              <a:gd name="connsiteY14" fmla="*/ 2472902 h 282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79445" h="2826173">
                <a:moveTo>
                  <a:pt x="0" y="0"/>
                </a:moveTo>
                <a:lnTo>
                  <a:pt x="3179445" y="0"/>
                </a:lnTo>
                <a:lnTo>
                  <a:pt x="3179445" y="353272"/>
                </a:lnTo>
                <a:lnTo>
                  <a:pt x="0" y="353272"/>
                </a:lnTo>
                <a:lnTo>
                  <a:pt x="0" y="0"/>
                </a:lnTo>
                <a:close/>
                <a:moveTo>
                  <a:pt x="0" y="1236451"/>
                </a:moveTo>
                <a:lnTo>
                  <a:pt x="3179445" y="1236451"/>
                </a:lnTo>
                <a:lnTo>
                  <a:pt x="3179445" y="1589723"/>
                </a:lnTo>
                <a:lnTo>
                  <a:pt x="0" y="1589723"/>
                </a:lnTo>
                <a:lnTo>
                  <a:pt x="0" y="1236451"/>
                </a:lnTo>
                <a:close/>
                <a:moveTo>
                  <a:pt x="0" y="2472902"/>
                </a:moveTo>
                <a:lnTo>
                  <a:pt x="3179445" y="2472902"/>
                </a:lnTo>
                <a:lnTo>
                  <a:pt x="3179445" y="2826173"/>
                </a:lnTo>
                <a:lnTo>
                  <a:pt x="0" y="2826173"/>
                </a:lnTo>
                <a:lnTo>
                  <a:pt x="0" y="2472902"/>
                </a:lnTo>
                <a:close/>
              </a:path>
            </a:pathLst>
          </a:custGeom>
          <a:solidFill>
            <a:srgbClr val="505F8C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8DEFDC2D-5EB6-4F11-901A-D1D904414E12}"/>
              </a:ext>
            </a:extLst>
          </p:cNvPr>
          <p:cNvSpPr>
            <a:spLocks noChangeAspect="1"/>
          </p:cNvSpPr>
          <p:nvPr/>
        </p:nvSpPr>
        <p:spPr>
          <a:xfrm>
            <a:off x="5956115" y="191633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55B4D7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CE66F381-3785-4B2A-802C-334CCC0E50C6}"/>
              </a:ext>
            </a:extLst>
          </p:cNvPr>
          <p:cNvSpPr>
            <a:spLocks noChangeAspect="1"/>
          </p:cNvSpPr>
          <p:nvPr/>
        </p:nvSpPr>
        <p:spPr>
          <a:xfrm>
            <a:off x="6753320" y="186553"/>
            <a:ext cx="269196" cy="279357"/>
          </a:xfrm>
          <a:custGeom>
            <a:avLst/>
            <a:gdLst>
              <a:gd name="connsiteX0" fmla="*/ 172750 w 3404832"/>
              <a:gd name="connsiteY0" fmla="*/ 2649852 h 3533346"/>
              <a:gd name="connsiteX1" fmla="*/ 0 w 3404832"/>
              <a:gd name="connsiteY1" fmla="*/ 2238997 h 3533346"/>
              <a:gd name="connsiteX2" fmla="*/ 232096 w 3404832"/>
              <a:gd name="connsiteY2" fmla="*/ 1526448 h 3533346"/>
              <a:gd name="connsiteX3" fmla="*/ 353 w 3404832"/>
              <a:gd name="connsiteY3" fmla="*/ 1294525 h 3533346"/>
              <a:gd name="connsiteX4" fmla="*/ 442119 w 3404832"/>
              <a:gd name="connsiteY4" fmla="*/ 528455 h 3533346"/>
              <a:gd name="connsiteX5" fmla="*/ 1175225 w 3404832"/>
              <a:gd name="connsiteY5" fmla="*/ 373021 h 3533346"/>
              <a:gd name="connsiteX6" fmla="*/ 1260120 w 3404832"/>
              <a:gd name="connsiteY6" fmla="*/ 56131 h 3533346"/>
              <a:gd name="connsiteX7" fmla="*/ 2144536 w 3404832"/>
              <a:gd name="connsiteY7" fmla="*/ 56484 h 3533346"/>
              <a:gd name="connsiteX8" fmla="*/ 2645899 w 3404832"/>
              <a:gd name="connsiteY8" fmla="*/ 613470 h 3533346"/>
              <a:gd name="connsiteX9" fmla="*/ 2962713 w 3404832"/>
              <a:gd name="connsiteY9" fmla="*/ 528455 h 3533346"/>
              <a:gd name="connsiteX10" fmla="*/ 3232083 w 3404832"/>
              <a:gd name="connsiteY10" fmla="*/ 883493 h 3533346"/>
              <a:gd name="connsiteX11" fmla="*/ 3404833 w 3404832"/>
              <a:gd name="connsiteY11" fmla="*/ 1294348 h 3533346"/>
              <a:gd name="connsiteX12" fmla="*/ 3172733 w 3404832"/>
              <a:gd name="connsiteY12" fmla="*/ 2006897 h 3533346"/>
              <a:gd name="connsiteX13" fmla="*/ 3404479 w 3404832"/>
              <a:gd name="connsiteY13" fmla="*/ 2238820 h 3533346"/>
              <a:gd name="connsiteX14" fmla="*/ 2962713 w 3404832"/>
              <a:gd name="connsiteY14" fmla="*/ 3004890 h 3533346"/>
              <a:gd name="connsiteX15" fmla="*/ 2229604 w 3404832"/>
              <a:gd name="connsiteY15" fmla="*/ 3160329 h 3533346"/>
              <a:gd name="connsiteX16" fmla="*/ 2144712 w 3404832"/>
              <a:gd name="connsiteY16" fmla="*/ 3477214 h 3533346"/>
              <a:gd name="connsiteX17" fmla="*/ 1260297 w 3404832"/>
              <a:gd name="connsiteY17" fmla="*/ 3476860 h 3533346"/>
              <a:gd name="connsiteX18" fmla="*/ 758926 w 3404832"/>
              <a:gd name="connsiteY18" fmla="*/ 2919875 h 3533346"/>
              <a:gd name="connsiteX19" fmla="*/ 442119 w 3404832"/>
              <a:gd name="connsiteY19" fmla="*/ 3004890 h 3533346"/>
              <a:gd name="connsiteX20" fmla="*/ 172750 w 3404832"/>
              <a:gd name="connsiteY20" fmla="*/ 2649852 h 3533346"/>
              <a:gd name="connsiteX21" fmla="*/ 1172509 w 3404832"/>
              <a:gd name="connsiteY21" fmla="*/ 2684472 h 3533346"/>
              <a:gd name="connsiteX22" fmla="*/ 1569939 w 3404832"/>
              <a:gd name="connsiteY22" fmla="*/ 3173753 h 3533346"/>
              <a:gd name="connsiteX23" fmla="*/ 1834716 w 3404832"/>
              <a:gd name="connsiteY23" fmla="*/ 3173930 h 3533346"/>
              <a:gd name="connsiteX24" fmla="*/ 2232324 w 3404832"/>
              <a:gd name="connsiteY24" fmla="*/ 2684649 h 3533346"/>
              <a:gd name="connsiteX25" fmla="*/ 2854965 w 3404832"/>
              <a:gd name="connsiteY25" fmla="*/ 2584850 h 3533346"/>
              <a:gd name="connsiteX26" fmla="*/ 2987089 w 3404832"/>
              <a:gd name="connsiteY26" fmla="*/ 2355576 h 3533346"/>
              <a:gd name="connsiteX27" fmla="*/ 2762231 w 3404832"/>
              <a:gd name="connsiteY27" fmla="*/ 1766672 h 3533346"/>
              <a:gd name="connsiteX28" fmla="*/ 2987089 w 3404832"/>
              <a:gd name="connsiteY28" fmla="*/ 1177768 h 3533346"/>
              <a:gd name="connsiteX29" fmla="*/ 2854612 w 3404832"/>
              <a:gd name="connsiteY29" fmla="*/ 948495 h 3533346"/>
              <a:gd name="connsiteX30" fmla="*/ 2232324 w 3404832"/>
              <a:gd name="connsiteY30" fmla="*/ 848872 h 3533346"/>
              <a:gd name="connsiteX31" fmla="*/ 1834893 w 3404832"/>
              <a:gd name="connsiteY31" fmla="*/ 359591 h 3533346"/>
              <a:gd name="connsiteX32" fmla="*/ 1570116 w 3404832"/>
              <a:gd name="connsiteY32" fmla="*/ 359415 h 3533346"/>
              <a:gd name="connsiteX33" fmla="*/ 1172509 w 3404832"/>
              <a:gd name="connsiteY33" fmla="*/ 848696 h 3533346"/>
              <a:gd name="connsiteX34" fmla="*/ 549867 w 3404832"/>
              <a:gd name="connsiteY34" fmla="*/ 948495 h 3533346"/>
              <a:gd name="connsiteX35" fmla="*/ 417744 w 3404832"/>
              <a:gd name="connsiteY35" fmla="*/ 1177768 h 3533346"/>
              <a:gd name="connsiteX36" fmla="*/ 642601 w 3404832"/>
              <a:gd name="connsiteY36" fmla="*/ 1766672 h 3533346"/>
              <a:gd name="connsiteX37" fmla="*/ 417744 w 3404832"/>
              <a:gd name="connsiteY37" fmla="*/ 2355576 h 3533346"/>
              <a:gd name="connsiteX38" fmla="*/ 550221 w 3404832"/>
              <a:gd name="connsiteY38" fmla="*/ 2584850 h 3533346"/>
              <a:gd name="connsiteX39" fmla="*/ 1172509 w 3404832"/>
              <a:gd name="connsiteY39" fmla="*/ 2684472 h 3533346"/>
              <a:gd name="connsiteX40" fmla="*/ 1702416 w 3404832"/>
              <a:gd name="connsiteY40" fmla="*/ 2296580 h 3533346"/>
              <a:gd name="connsiteX41" fmla="*/ 1172509 w 3404832"/>
              <a:gd name="connsiteY41" fmla="*/ 1766672 h 3533346"/>
              <a:gd name="connsiteX42" fmla="*/ 1702416 w 3404832"/>
              <a:gd name="connsiteY42" fmla="*/ 1236765 h 3533346"/>
              <a:gd name="connsiteX43" fmla="*/ 2232324 w 3404832"/>
              <a:gd name="connsiteY43" fmla="*/ 1766672 h 3533346"/>
              <a:gd name="connsiteX44" fmla="*/ 1702416 w 3404832"/>
              <a:gd name="connsiteY44" fmla="*/ 2296580 h 3533346"/>
              <a:gd name="connsiteX45" fmla="*/ 1702416 w 3404832"/>
              <a:gd name="connsiteY45" fmla="*/ 1943308 h 3533346"/>
              <a:gd name="connsiteX46" fmla="*/ 1879052 w 3404832"/>
              <a:gd name="connsiteY46" fmla="*/ 1766672 h 3533346"/>
              <a:gd name="connsiteX47" fmla="*/ 1702416 w 3404832"/>
              <a:gd name="connsiteY47" fmla="*/ 1590036 h 3533346"/>
              <a:gd name="connsiteX48" fmla="*/ 1525780 w 3404832"/>
              <a:gd name="connsiteY48" fmla="*/ 1766672 h 3533346"/>
              <a:gd name="connsiteX49" fmla="*/ 1702416 w 3404832"/>
              <a:gd name="connsiteY49" fmla="*/ 1943308 h 35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404832" h="3533346">
                <a:moveTo>
                  <a:pt x="172750" y="2649852"/>
                </a:moveTo>
                <a:cubicBezTo>
                  <a:pt x="98081" y="2520731"/>
                  <a:pt x="40036" y="2382690"/>
                  <a:pt x="0" y="2238997"/>
                </a:cubicBezTo>
                <a:cubicBezTo>
                  <a:pt x="260858" y="2106325"/>
                  <a:pt x="364771" y="1787303"/>
                  <a:pt x="232096" y="1526448"/>
                </a:cubicBezTo>
                <a:cubicBezTo>
                  <a:pt x="181306" y="1426578"/>
                  <a:pt x="100175" y="1345389"/>
                  <a:pt x="353" y="1294525"/>
                </a:cubicBezTo>
                <a:cubicBezTo>
                  <a:pt x="80200" y="1005812"/>
                  <a:pt x="232228" y="742176"/>
                  <a:pt x="442119" y="528455"/>
                </a:cubicBezTo>
                <a:cubicBezTo>
                  <a:pt x="687483" y="687975"/>
                  <a:pt x="1015706" y="618386"/>
                  <a:pt x="1175225" y="373021"/>
                </a:cubicBezTo>
                <a:cubicBezTo>
                  <a:pt x="1236333" y="279031"/>
                  <a:pt x="1266055" y="168083"/>
                  <a:pt x="1260120" y="56131"/>
                </a:cubicBezTo>
                <a:cubicBezTo>
                  <a:pt x="1550174" y="-18830"/>
                  <a:pt x="1854535" y="-18708"/>
                  <a:pt x="2144536" y="56484"/>
                </a:cubicBezTo>
                <a:cubicBezTo>
                  <a:pt x="2129186" y="348740"/>
                  <a:pt x="2353655" y="598111"/>
                  <a:pt x="2645899" y="613470"/>
                </a:cubicBezTo>
                <a:cubicBezTo>
                  <a:pt x="2757833" y="619352"/>
                  <a:pt x="2868760" y="589587"/>
                  <a:pt x="2962713" y="528455"/>
                </a:cubicBezTo>
                <a:cubicBezTo>
                  <a:pt x="3064985" y="632670"/>
                  <a:pt x="3155776" y="751193"/>
                  <a:pt x="3232083" y="883493"/>
                </a:cubicBezTo>
                <a:cubicBezTo>
                  <a:pt x="3308566" y="1015793"/>
                  <a:pt x="3365796" y="1153746"/>
                  <a:pt x="3404833" y="1294348"/>
                </a:cubicBezTo>
                <a:cubicBezTo>
                  <a:pt x="3143977" y="1427019"/>
                  <a:pt x="3040062" y="1746041"/>
                  <a:pt x="3172733" y="2006897"/>
                </a:cubicBezTo>
                <a:cubicBezTo>
                  <a:pt x="3223534" y="2106767"/>
                  <a:pt x="3304662" y="2187949"/>
                  <a:pt x="3404479" y="2238820"/>
                </a:cubicBezTo>
                <a:cubicBezTo>
                  <a:pt x="3324640" y="2527531"/>
                  <a:pt x="3172609" y="2791160"/>
                  <a:pt x="2962713" y="3004890"/>
                </a:cubicBezTo>
                <a:cubicBezTo>
                  <a:pt x="2717348" y="2845370"/>
                  <a:pt x="2389123" y="2914964"/>
                  <a:pt x="2229604" y="3160329"/>
                </a:cubicBezTo>
                <a:cubicBezTo>
                  <a:pt x="2168505" y="3254317"/>
                  <a:pt x="2138777" y="3365262"/>
                  <a:pt x="2144712" y="3477214"/>
                </a:cubicBezTo>
                <a:cubicBezTo>
                  <a:pt x="1854659" y="3552178"/>
                  <a:pt x="1550297" y="3552054"/>
                  <a:pt x="1260297" y="3476860"/>
                </a:cubicBezTo>
                <a:cubicBezTo>
                  <a:pt x="1275655" y="3184599"/>
                  <a:pt x="1051183" y="2935242"/>
                  <a:pt x="758926" y="2919875"/>
                </a:cubicBezTo>
                <a:cubicBezTo>
                  <a:pt x="646991" y="2913993"/>
                  <a:pt x="536072" y="2943756"/>
                  <a:pt x="442119" y="3004890"/>
                </a:cubicBezTo>
                <a:cubicBezTo>
                  <a:pt x="337726" y="2898361"/>
                  <a:pt x="247218" y="2779078"/>
                  <a:pt x="172750" y="2649852"/>
                </a:cubicBezTo>
                <a:close/>
                <a:moveTo>
                  <a:pt x="1172509" y="2684472"/>
                </a:moveTo>
                <a:cubicBezTo>
                  <a:pt x="1360732" y="2793033"/>
                  <a:pt x="1502253" y="2967266"/>
                  <a:pt x="1569939" y="3173753"/>
                </a:cubicBezTo>
                <a:cubicBezTo>
                  <a:pt x="1658081" y="3182055"/>
                  <a:pt x="1746575" y="3182232"/>
                  <a:pt x="1834716" y="3173930"/>
                </a:cubicBezTo>
                <a:cubicBezTo>
                  <a:pt x="1902439" y="2967425"/>
                  <a:pt x="2044030" y="2793174"/>
                  <a:pt x="2232324" y="2684649"/>
                </a:cubicBezTo>
                <a:cubicBezTo>
                  <a:pt x="2420476" y="2575788"/>
                  <a:pt x="2642207" y="2540249"/>
                  <a:pt x="2854965" y="2584850"/>
                </a:cubicBezTo>
                <a:cubicBezTo>
                  <a:pt x="2906190" y="2512782"/>
                  <a:pt x="2950349" y="2435945"/>
                  <a:pt x="2987089" y="2355576"/>
                </a:cubicBezTo>
                <a:cubicBezTo>
                  <a:pt x="2842141" y="2193672"/>
                  <a:pt x="2762072" y="1983970"/>
                  <a:pt x="2762231" y="1766672"/>
                </a:cubicBezTo>
                <a:cubicBezTo>
                  <a:pt x="2762231" y="1544111"/>
                  <a:pt x="2845250" y="1336211"/>
                  <a:pt x="2987089" y="1177768"/>
                </a:cubicBezTo>
                <a:cubicBezTo>
                  <a:pt x="2950083" y="1097426"/>
                  <a:pt x="2905748" y="1020674"/>
                  <a:pt x="2854612" y="948495"/>
                </a:cubicBezTo>
                <a:cubicBezTo>
                  <a:pt x="2641995" y="993062"/>
                  <a:pt x="2420406" y="957588"/>
                  <a:pt x="2232324" y="848872"/>
                </a:cubicBezTo>
                <a:cubicBezTo>
                  <a:pt x="2044101" y="740307"/>
                  <a:pt x="1902580" y="566075"/>
                  <a:pt x="1834893" y="359591"/>
                </a:cubicBezTo>
                <a:cubicBezTo>
                  <a:pt x="1746752" y="351289"/>
                  <a:pt x="1658257" y="351113"/>
                  <a:pt x="1570116" y="359415"/>
                </a:cubicBezTo>
                <a:cubicBezTo>
                  <a:pt x="1502394" y="565928"/>
                  <a:pt x="1360803" y="740164"/>
                  <a:pt x="1172509" y="848696"/>
                </a:cubicBezTo>
                <a:cubicBezTo>
                  <a:pt x="984353" y="957558"/>
                  <a:pt x="762622" y="993099"/>
                  <a:pt x="549867" y="948495"/>
                </a:cubicBezTo>
                <a:cubicBezTo>
                  <a:pt x="498744" y="1020614"/>
                  <a:pt x="454507" y="1097374"/>
                  <a:pt x="417744" y="1177768"/>
                </a:cubicBezTo>
                <a:cubicBezTo>
                  <a:pt x="562686" y="1339666"/>
                  <a:pt x="642757" y="1549375"/>
                  <a:pt x="642601" y="1766672"/>
                </a:cubicBezTo>
                <a:cubicBezTo>
                  <a:pt x="642601" y="1989233"/>
                  <a:pt x="559582" y="2197134"/>
                  <a:pt x="417744" y="2355576"/>
                </a:cubicBezTo>
                <a:cubicBezTo>
                  <a:pt x="454744" y="2435928"/>
                  <a:pt x="499092" y="2512676"/>
                  <a:pt x="550221" y="2584850"/>
                </a:cubicBezTo>
                <a:cubicBezTo>
                  <a:pt x="762841" y="2540284"/>
                  <a:pt x="984429" y="2575753"/>
                  <a:pt x="1172509" y="2684472"/>
                </a:cubicBezTo>
                <a:close/>
                <a:moveTo>
                  <a:pt x="1702416" y="2296580"/>
                </a:moveTo>
                <a:cubicBezTo>
                  <a:pt x="1409748" y="2296580"/>
                  <a:pt x="1172509" y="2059340"/>
                  <a:pt x="1172509" y="1766672"/>
                </a:cubicBezTo>
                <a:cubicBezTo>
                  <a:pt x="1172509" y="1474004"/>
                  <a:pt x="1409748" y="1236765"/>
                  <a:pt x="1702416" y="1236765"/>
                </a:cubicBezTo>
                <a:cubicBezTo>
                  <a:pt x="1995084" y="1236765"/>
                  <a:pt x="2232324" y="1474004"/>
                  <a:pt x="2232324" y="1766672"/>
                </a:cubicBezTo>
                <a:cubicBezTo>
                  <a:pt x="2232324" y="2059340"/>
                  <a:pt x="1995084" y="2296580"/>
                  <a:pt x="1702416" y="2296580"/>
                </a:cubicBezTo>
                <a:close/>
                <a:moveTo>
                  <a:pt x="1702416" y="1943308"/>
                </a:moveTo>
                <a:cubicBezTo>
                  <a:pt x="1799972" y="1943308"/>
                  <a:pt x="1879052" y="1864228"/>
                  <a:pt x="1879052" y="1766672"/>
                </a:cubicBezTo>
                <a:cubicBezTo>
                  <a:pt x="1879052" y="1669116"/>
                  <a:pt x="1799972" y="1590036"/>
                  <a:pt x="1702416" y="1590036"/>
                </a:cubicBezTo>
                <a:cubicBezTo>
                  <a:pt x="1604860" y="1590036"/>
                  <a:pt x="1525780" y="1669116"/>
                  <a:pt x="1525780" y="1766672"/>
                </a:cubicBezTo>
                <a:cubicBezTo>
                  <a:pt x="1525780" y="1864228"/>
                  <a:pt x="1604860" y="1943308"/>
                  <a:pt x="1702416" y="1943308"/>
                </a:cubicBezTo>
                <a:close/>
              </a:path>
            </a:pathLst>
          </a:custGeom>
          <a:solidFill>
            <a:srgbClr val="505F8C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90852040-3C89-42A1-B629-5E21F519EF3C}"/>
              </a:ext>
            </a:extLst>
          </p:cNvPr>
          <p:cNvSpPr/>
          <p:nvPr/>
        </p:nvSpPr>
        <p:spPr>
          <a:xfrm>
            <a:off x="5167406" y="205093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505F8C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655" name="Retângulo: Cantos Arredondados 654">
            <a:extLst>
              <a:ext uri="{FF2B5EF4-FFF2-40B4-BE49-F238E27FC236}">
                <a16:creationId xmlns:a16="http://schemas.microsoft.com/office/drawing/2014/main" id="{F88DD439-2560-476E-941E-A879B2460D75}"/>
              </a:ext>
            </a:extLst>
          </p:cNvPr>
          <p:cNvSpPr/>
          <p:nvPr/>
        </p:nvSpPr>
        <p:spPr>
          <a:xfrm>
            <a:off x="10658475" y="8810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141E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656" name="Retângulo: Cantos Arredondados 655">
            <a:extLst>
              <a:ext uri="{FF2B5EF4-FFF2-40B4-BE49-F238E27FC236}">
                <a16:creationId xmlns:a16="http://schemas.microsoft.com/office/drawing/2014/main" id="{6689B1C9-8B74-4F57-946B-6BF58AC109FC}"/>
              </a:ext>
            </a:extLst>
          </p:cNvPr>
          <p:cNvSpPr/>
          <p:nvPr/>
        </p:nvSpPr>
        <p:spPr>
          <a:xfrm>
            <a:off x="11458575" y="88106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141E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95BB43FF-2DEE-49EC-B3C2-7FEA13941C53}"/>
              </a:ext>
            </a:extLst>
          </p:cNvPr>
          <p:cNvSpPr>
            <a:spLocks noChangeAspect="1"/>
          </p:cNvSpPr>
          <p:nvPr/>
        </p:nvSpPr>
        <p:spPr>
          <a:xfrm>
            <a:off x="11562102" y="191633"/>
            <a:ext cx="269196" cy="269196"/>
          </a:xfrm>
          <a:custGeom>
            <a:avLst/>
            <a:gdLst>
              <a:gd name="connsiteX0" fmla="*/ 176636 w 3179445"/>
              <a:gd name="connsiteY0" fmla="*/ 0 h 3179445"/>
              <a:gd name="connsiteX1" fmla="*/ 3002809 w 3179445"/>
              <a:gd name="connsiteY1" fmla="*/ 0 h 3179445"/>
              <a:gd name="connsiteX2" fmla="*/ 3179445 w 3179445"/>
              <a:gd name="connsiteY2" fmla="*/ 176636 h 3179445"/>
              <a:gd name="connsiteX3" fmla="*/ 3179445 w 3179445"/>
              <a:gd name="connsiteY3" fmla="*/ 3002809 h 3179445"/>
              <a:gd name="connsiteX4" fmla="*/ 3002809 w 3179445"/>
              <a:gd name="connsiteY4" fmla="*/ 3179445 h 3179445"/>
              <a:gd name="connsiteX5" fmla="*/ 176636 w 3179445"/>
              <a:gd name="connsiteY5" fmla="*/ 3179445 h 3179445"/>
              <a:gd name="connsiteX6" fmla="*/ 0 w 3179445"/>
              <a:gd name="connsiteY6" fmla="*/ 3002809 h 3179445"/>
              <a:gd name="connsiteX7" fmla="*/ 0 w 3179445"/>
              <a:gd name="connsiteY7" fmla="*/ 176636 h 3179445"/>
              <a:gd name="connsiteX8" fmla="*/ 176636 w 3179445"/>
              <a:gd name="connsiteY8" fmla="*/ 0 h 3179445"/>
              <a:gd name="connsiteX9" fmla="*/ 353272 w 3179445"/>
              <a:gd name="connsiteY9" fmla="*/ 353272 h 3179445"/>
              <a:gd name="connsiteX10" fmla="*/ 353272 w 3179445"/>
              <a:gd name="connsiteY10" fmla="*/ 2826173 h 3179445"/>
              <a:gd name="connsiteX11" fmla="*/ 2826173 w 3179445"/>
              <a:gd name="connsiteY11" fmla="*/ 2826173 h 3179445"/>
              <a:gd name="connsiteX12" fmla="*/ 2826173 w 3179445"/>
              <a:gd name="connsiteY12" fmla="*/ 353272 h 3179445"/>
              <a:gd name="connsiteX13" fmla="*/ 353272 w 3179445"/>
              <a:gd name="connsiteY13" fmla="*/ 353272 h 3179445"/>
              <a:gd name="connsiteX14" fmla="*/ 794861 w 3179445"/>
              <a:gd name="connsiteY14" fmla="*/ 1059815 h 3179445"/>
              <a:gd name="connsiteX15" fmla="*/ 529908 w 3179445"/>
              <a:gd name="connsiteY15" fmla="*/ 794861 h 3179445"/>
              <a:gd name="connsiteX16" fmla="*/ 794861 w 3179445"/>
              <a:gd name="connsiteY16" fmla="*/ 529908 h 3179445"/>
              <a:gd name="connsiteX17" fmla="*/ 1059815 w 3179445"/>
              <a:gd name="connsiteY17" fmla="*/ 794861 h 3179445"/>
              <a:gd name="connsiteX18" fmla="*/ 794861 w 3179445"/>
              <a:gd name="connsiteY18" fmla="*/ 1059815 h 3179445"/>
              <a:gd name="connsiteX19" fmla="*/ 618225 w 3179445"/>
              <a:gd name="connsiteY19" fmla="*/ 1236451 h 3179445"/>
              <a:gd name="connsiteX20" fmla="*/ 971497 w 3179445"/>
              <a:gd name="connsiteY20" fmla="*/ 1236451 h 3179445"/>
              <a:gd name="connsiteX21" fmla="*/ 971497 w 3179445"/>
              <a:gd name="connsiteY21" fmla="*/ 2561220 h 3179445"/>
              <a:gd name="connsiteX22" fmla="*/ 618225 w 3179445"/>
              <a:gd name="connsiteY22" fmla="*/ 2561220 h 3179445"/>
              <a:gd name="connsiteX23" fmla="*/ 618225 w 3179445"/>
              <a:gd name="connsiteY23" fmla="*/ 1236451 h 3179445"/>
              <a:gd name="connsiteX24" fmla="*/ 1589723 w 3179445"/>
              <a:gd name="connsiteY24" fmla="*/ 1312404 h 3179445"/>
              <a:gd name="connsiteX25" fmla="*/ 1942994 w 3179445"/>
              <a:gd name="connsiteY25" fmla="*/ 1148133 h 3179445"/>
              <a:gd name="connsiteX26" fmla="*/ 2561220 w 3179445"/>
              <a:gd name="connsiteY26" fmla="*/ 1810517 h 3179445"/>
              <a:gd name="connsiteX27" fmla="*/ 2561220 w 3179445"/>
              <a:gd name="connsiteY27" fmla="*/ 2561220 h 3179445"/>
              <a:gd name="connsiteX28" fmla="*/ 2207948 w 3179445"/>
              <a:gd name="connsiteY28" fmla="*/ 2561220 h 3179445"/>
              <a:gd name="connsiteX29" fmla="*/ 2207948 w 3179445"/>
              <a:gd name="connsiteY29" fmla="*/ 1810517 h 3179445"/>
              <a:gd name="connsiteX30" fmla="*/ 1898835 w 3179445"/>
              <a:gd name="connsiteY30" fmla="*/ 1501405 h 3179445"/>
              <a:gd name="connsiteX31" fmla="*/ 1589723 w 3179445"/>
              <a:gd name="connsiteY31" fmla="*/ 1810517 h 3179445"/>
              <a:gd name="connsiteX32" fmla="*/ 1589723 w 3179445"/>
              <a:gd name="connsiteY32" fmla="*/ 2561220 h 3179445"/>
              <a:gd name="connsiteX33" fmla="*/ 1236451 w 3179445"/>
              <a:gd name="connsiteY33" fmla="*/ 2561220 h 3179445"/>
              <a:gd name="connsiteX34" fmla="*/ 1236451 w 3179445"/>
              <a:gd name="connsiteY34" fmla="*/ 1236451 h 3179445"/>
              <a:gd name="connsiteX35" fmla="*/ 1589723 w 3179445"/>
              <a:gd name="connsiteY35" fmla="*/ 1236451 h 3179445"/>
              <a:gd name="connsiteX36" fmla="*/ 1589723 w 3179445"/>
              <a:gd name="connsiteY36" fmla="*/ 1312404 h 3179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179445" h="3179445">
                <a:moveTo>
                  <a:pt x="176636" y="0"/>
                </a:moveTo>
                <a:lnTo>
                  <a:pt x="3002809" y="0"/>
                </a:lnTo>
                <a:cubicBezTo>
                  <a:pt x="3100365" y="0"/>
                  <a:pt x="3179445" y="79083"/>
                  <a:pt x="3179445" y="176636"/>
                </a:cubicBezTo>
                <a:lnTo>
                  <a:pt x="3179445" y="3002809"/>
                </a:lnTo>
                <a:cubicBezTo>
                  <a:pt x="3179445" y="3100365"/>
                  <a:pt x="3100365" y="3179445"/>
                  <a:pt x="3002809" y="3179445"/>
                </a:cubicBezTo>
                <a:lnTo>
                  <a:pt x="176636" y="3179445"/>
                </a:lnTo>
                <a:cubicBezTo>
                  <a:pt x="79083" y="3179445"/>
                  <a:pt x="0" y="3100365"/>
                  <a:pt x="0" y="3002809"/>
                </a:cubicBezTo>
                <a:lnTo>
                  <a:pt x="0" y="176636"/>
                </a:lnTo>
                <a:cubicBezTo>
                  <a:pt x="0" y="79083"/>
                  <a:pt x="79083" y="0"/>
                  <a:pt x="176636" y="0"/>
                </a:cubicBezTo>
                <a:close/>
                <a:moveTo>
                  <a:pt x="353272" y="353272"/>
                </a:moveTo>
                <a:lnTo>
                  <a:pt x="353272" y="2826173"/>
                </a:lnTo>
                <a:lnTo>
                  <a:pt x="2826173" y="2826173"/>
                </a:lnTo>
                <a:lnTo>
                  <a:pt x="2826173" y="353272"/>
                </a:lnTo>
                <a:lnTo>
                  <a:pt x="353272" y="353272"/>
                </a:lnTo>
                <a:close/>
                <a:moveTo>
                  <a:pt x="794861" y="1059815"/>
                </a:moveTo>
                <a:cubicBezTo>
                  <a:pt x="648531" y="1059815"/>
                  <a:pt x="529908" y="941192"/>
                  <a:pt x="529908" y="794861"/>
                </a:cubicBezTo>
                <a:cubicBezTo>
                  <a:pt x="529908" y="648531"/>
                  <a:pt x="648531" y="529908"/>
                  <a:pt x="794861" y="529908"/>
                </a:cubicBezTo>
                <a:cubicBezTo>
                  <a:pt x="941192" y="529908"/>
                  <a:pt x="1059815" y="648531"/>
                  <a:pt x="1059815" y="794861"/>
                </a:cubicBezTo>
                <a:cubicBezTo>
                  <a:pt x="1059815" y="941192"/>
                  <a:pt x="941192" y="1059815"/>
                  <a:pt x="794861" y="1059815"/>
                </a:cubicBezTo>
                <a:close/>
                <a:moveTo>
                  <a:pt x="618225" y="1236451"/>
                </a:moveTo>
                <a:lnTo>
                  <a:pt x="971497" y="1236451"/>
                </a:lnTo>
                <a:lnTo>
                  <a:pt x="971497" y="2561220"/>
                </a:lnTo>
                <a:lnTo>
                  <a:pt x="618225" y="2561220"/>
                </a:lnTo>
                <a:lnTo>
                  <a:pt x="618225" y="1236451"/>
                </a:lnTo>
                <a:close/>
                <a:moveTo>
                  <a:pt x="1589723" y="1312404"/>
                </a:moveTo>
                <a:cubicBezTo>
                  <a:pt x="1692878" y="1212605"/>
                  <a:pt x="1813343" y="1148133"/>
                  <a:pt x="1942994" y="1148133"/>
                </a:cubicBezTo>
                <a:cubicBezTo>
                  <a:pt x="2308807" y="1148133"/>
                  <a:pt x="2561220" y="1444705"/>
                  <a:pt x="2561220" y="1810517"/>
                </a:cubicBezTo>
                <a:lnTo>
                  <a:pt x="2561220" y="2561220"/>
                </a:lnTo>
                <a:lnTo>
                  <a:pt x="2207948" y="2561220"/>
                </a:lnTo>
                <a:lnTo>
                  <a:pt x="2207948" y="1810517"/>
                </a:lnTo>
                <a:cubicBezTo>
                  <a:pt x="2207948" y="1639799"/>
                  <a:pt x="2069554" y="1501405"/>
                  <a:pt x="1898835" y="1501405"/>
                </a:cubicBezTo>
                <a:cubicBezTo>
                  <a:pt x="1728117" y="1501405"/>
                  <a:pt x="1589723" y="1639799"/>
                  <a:pt x="1589723" y="1810517"/>
                </a:cubicBezTo>
                <a:lnTo>
                  <a:pt x="1589723" y="2561220"/>
                </a:lnTo>
                <a:lnTo>
                  <a:pt x="1236451" y="2561220"/>
                </a:lnTo>
                <a:lnTo>
                  <a:pt x="1236451" y="1236451"/>
                </a:lnTo>
                <a:lnTo>
                  <a:pt x="1589723" y="1236451"/>
                </a:lnTo>
                <a:lnTo>
                  <a:pt x="1589723" y="1312404"/>
                </a:lnTo>
                <a:close/>
              </a:path>
            </a:pathLst>
          </a:custGeom>
          <a:solidFill>
            <a:srgbClr val="505F8C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153BAF0-BB7B-4823-80E7-CFB1C9DA87E7}"/>
              </a:ext>
            </a:extLst>
          </p:cNvPr>
          <p:cNvSpPr>
            <a:spLocks noChangeAspect="1"/>
          </p:cNvSpPr>
          <p:nvPr/>
        </p:nvSpPr>
        <p:spPr>
          <a:xfrm>
            <a:off x="10762002" y="191633"/>
            <a:ext cx="269196" cy="269196"/>
          </a:xfrm>
          <a:custGeom>
            <a:avLst/>
            <a:gdLst>
              <a:gd name="connsiteX0" fmla="*/ 1918758 w 3837516"/>
              <a:gd name="connsiteY0" fmla="*/ 3837517 h 3837516"/>
              <a:gd name="connsiteX1" fmla="*/ 0 w 3837516"/>
              <a:gd name="connsiteY1" fmla="*/ 1918758 h 3837516"/>
              <a:gd name="connsiteX2" fmla="*/ 1918758 w 3837516"/>
              <a:gd name="connsiteY2" fmla="*/ 0 h 3837516"/>
              <a:gd name="connsiteX3" fmla="*/ 3837517 w 3837516"/>
              <a:gd name="connsiteY3" fmla="*/ 1918758 h 3837516"/>
              <a:gd name="connsiteX4" fmla="*/ 1918758 w 3837516"/>
              <a:gd name="connsiteY4" fmla="*/ 3837517 h 3837516"/>
              <a:gd name="connsiteX5" fmla="*/ 1479363 w 3837516"/>
              <a:gd name="connsiteY5" fmla="*/ 3389870 h 3837516"/>
              <a:gd name="connsiteX6" fmla="*/ 1156436 w 3837516"/>
              <a:gd name="connsiteY6" fmla="*/ 2110634 h 3837516"/>
              <a:gd name="connsiteX7" fmla="*/ 395648 w 3837516"/>
              <a:gd name="connsiteY7" fmla="*/ 2110634 h 3837516"/>
              <a:gd name="connsiteX8" fmla="*/ 1479363 w 3837516"/>
              <a:gd name="connsiteY8" fmla="*/ 3389870 h 3837516"/>
              <a:gd name="connsiteX9" fmla="*/ 1540763 w 3837516"/>
              <a:gd name="connsiteY9" fmla="*/ 2110634 h 3837516"/>
              <a:gd name="connsiteX10" fmla="*/ 1918758 w 3837516"/>
              <a:gd name="connsiteY10" fmla="*/ 3406180 h 3837516"/>
              <a:gd name="connsiteX11" fmla="*/ 2296754 w 3837516"/>
              <a:gd name="connsiteY11" fmla="*/ 2110634 h 3837516"/>
              <a:gd name="connsiteX12" fmla="*/ 1540763 w 3837516"/>
              <a:gd name="connsiteY12" fmla="*/ 2110634 h 3837516"/>
              <a:gd name="connsiteX13" fmla="*/ 3441869 w 3837516"/>
              <a:gd name="connsiteY13" fmla="*/ 2110634 h 3837516"/>
              <a:gd name="connsiteX14" fmla="*/ 2681081 w 3837516"/>
              <a:gd name="connsiteY14" fmla="*/ 2110634 h 3837516"/>
              <a:gd name="connsiteX15" fmla="*/ 2358154 w 3837516"/>
              <a:gd name="connsiteY15" fmla="*/ 3389870 h 3837516"/>
              <a:gd name="connsiteX16" fmla="*/ 3441869 w 3837516"/>
              <a:gd name="connsiteY16" fmla="*/ 2110634 h 3837516"/>
              <a:gd name="connsiteX17" fmla="*/ 395648 w 3837516"/>
              <a:gd name="connsiteY17" fmla="*/ 1726883 h 3837516"/>
              <a:gd name="connsiteX18" fmla="*/ 1156436 w 3837516"/>
              <a:gd name="connsiteY18" fmla="*/ 1726883 h 3837516"/>
              <a:gd name="connsiteX19" fmla="*/ 1479363 w 3837516"/>
              <a:gd name="connsiteY19" fmla="*/ 447646 h 3837516"/>
              <a:gd name="connsiteX20" fmla="*/ 395648 w 3837516"/>
              <a:gd name="connsiteY20" fmla="*/ 1726883 h 3837516"/>
              <a:gd name="connsiteX21" fmla="*/ 1540955 w 3837516"/>
              <a:gd name="connsiteY21" fmla="*/ 1726883 h 3837516"/>
              <a:gd name="connsiteX22" fmla="*/ 2296562 w 3837516"/>
              <a:gd name="connsiteY22" fmla="*/ 1726883 h 3837516"/>
              <a:gd name="connsiteX23" fmla="*/ 1918758 w 3837516"/>
              <a:gd name="connsiteY23" fmla="*/ 431337 h 3837516"/>
              <a:gd name="connsiteX24" fmla="*/ 1540763 w 3837516"/>
              <a:gd name="connsiteY24" fmla="*/ 1726883 h 3837516"/>
              <a:gd name="connsiteX25" fmla="*/ 2358154 w 3837516"/>
              <a:gd name="connsiteY25" fmla="*/ 447646 h 3837516"/>
              <a:gd name="connsiteX26" fmla="*/ 2681081 w 3837516"/>
              <a:gd name="connsiteY26" fmla="*/ 1726883 h 3837516"/>
              <a:gd name="connsiteX27" fmla="*/ 3441869 w 3837516"/>
              <a:gd name="connsiteY27" fmla="*/ 1726883 h 3837516"/>
              <a:gd name="connsiteX28" fmla="*/ 2358154 w 3837516"/>
              <a:gd name="connsiteY28" fmla="*/ 447646 h 3837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837516" h="3837516">
                <a:moveTo>
                  <a:pt x="1918758" y="3837517"/>
                </a:moveTo>
                <a:cubicBezTo>
                  <a:pt x="859028" y="3837517"/>
                  <a:pt x="0" y="2978489"/>
                  <a:pt x="0" y="1918758"/>
                </a:cubicBezTo>
                <a:cubicBezTo>
                  <a:pt x="0" y="859028"/>
                  <a:pt x="859028" y="0"/>
                  <a:pt x="1918758" y="0"/>
                </a:cubicBezTo>
                <a:cubicBezTo>
                  <a:pt x="2978489" y="0"/>
                  <a:pt x="3837517" y="859028"/>
                  <a:pt x="3837517" y="1918758"/>
                </a:cubicBezTo>
                <a:cubicBezTo>
                  <a:pt x="3837517" y="2978489"/>
                  <a:pt x="2978489" y="3837517"/>
                  <a:pt x="1918758" y="3837517"/>
                </a:cubicBezTo>
                <a:close/>
                <a:moveTo>
                  <a:pt x="1479363" y="3389870"/>
                </a:moveTo>
                <a:cubicBezTo>
                  <a:pt x="1290060" y="2988332"/>
                  <a:pt x="1180395" y="2553906"/>
                  <a:pt x="1156436" y="2110634"/>
                </a:cubicBezTo>
                <a:lnTo>
                  <a:pt x="395648" y="2110634"/>
                </a:lnTo>
                <a:cubicBezTo>
                  <a:pt x="471930" y="2713930"/>
                  <a:pt x="896818" y="3215475"/>
                  <a:pt x="1479363" y="3389870"/>
                </a:cubicBezTo>
                <a:close/>
                <a:moveTo>
                  <a:pt x="1540763" y="2110634"/>
                </a:moveTo>
                <a:cubicBezTo>
                  <a:pt x="1569736" y="2578619"/>
                  <a:pt x="1703474" y="3018207"/>
                  <a:pt x="1918758" y="3406180"/>
                </a:cubicBezTo>
                <a:cubicBezTo>
                  <a:pt x="2139857" y="3007961"/>
                  <a:pt x="2269009" y="2565284"/>
                  <a:pt x="2296754" y="2110634"/>
                </a:cubicBezTo>
                <a:lnTo>
                  <a:pt x="1540763" y="2110634"/>
                </a:lnTo>
                <a:close/>
                <a:moveTo>
                  <a:pt x="3441869" y="2110634"/>
                </a:moveTo>
                <a:lnTo>
                  <a:pt x="2681081" y="2110634"/>
                </a:lnTo>
                <a:cubicBezTo>
                  <a:pt x="2657116" y="2553906"/>
                  <a:pt x="2547459" y="2988332"/>
                  <a:pt x="2358154" y="3389870"/>
                </a:cubicBezTo>
                <a:cubicBezTo>
                  <a:pt x="2940689" y="3215475"/>
                  <a:pt x="3365579" y="2713930"/>
                  <a:pt x="3441869" y="2110634"/>
                </a:cubicBezTo>
                <a:close/>
                <a:moveTo>
                  <a:pt x="395648" y="1726883"/>
                </a:moveTo>
                <a:lnTo>
                  <a:pt x="1156436" y="1726883"/>
                </a:lnTo>
                <a:cubicBezTo>
                  <a:pt x="1180395" y="1283609"/>
                  <a:pt x="1290062" y="849183"/>
                  <a:pt x="1479363" y="447646"/>
                </a:cubicBezTo>
                <a:cubicBezTo>
                  <a:pt x="896818" y="622050"/>
                  <a:pt x="471930" y="1123596"/>
                  <a:pt x="395648" y="1726883"/>
                </a:cubicBezTo>
                <a:close/>
                <a:moveTo>
                  <a:pt x="1540955" y="1726883"/>
                </a:moveTo>
                <a:lnTo>
                  <a:pt x="2296562" y="1726883"/>
                </a:lnTo>
                <a:cubicBezTo>
                  <a:pt x="2268893" y="1272252"/>
                  <a:pt x="2139800" y="829581"/>
                  <a:pt x="1918758" y="431337"/>
                </a:cubicBezTo>
                <a:cubicBezTo>
                  <a:pt x="1697660" y="829566"/>
                  <a:pt x="1568508" y="1272237"/>
                  <a:pt x="1540763" y="1726883"/>
                </a:cubicBezTo>
                <a:close/>
                <a:moveTo>
                  <a:pt x="2358154" y="447646"/>
                </a:moveTo>
                <a:cubicBezTo>
                  <a:pt x="2547459" y="849183"/>
                  <a:pt x="2657116" y="1283609"/>
                  <a:pt x="2681081" y="1726883"/>
                </a:cubicBezTo>
                <a:lnTo>
                  <a:pt x="3441869" y="1726883"/>
                </a:lnTo>
                <a:cubicBezTo>
                  <a:pt x="3365579" y="1123596"/>
                  <a:pt x="2940689" y="622050"/>
                  <a:pt x="2358154" y="447646"/>
                </a:cubicBezTo>
                <a:close/>
              </a:path>
            </a:pathLst>
          </a:custGeom>
          <a:solidFill>
            <a:srgbClr val="505F8C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1739139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44A46B54-38C0-4D08-9FB1-82D365C64E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358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7" name="Retângulo: Cantos Arredondados 28">
            <a:extLst>
              <a:ext uri="{FF2B5EF4-FFF2-40B4-BE49-F238E27FC236}">
                <a16:creationId xmlns:a16="http://schemas.microsoft.com/office/drawing/2014/main" id="{86E3885B-1DE7-4B3D-89A4-93B06F237D6D}"/>
              </a:ext>
            </a:extLst>
          </p:cNvPr>
          <p:cNvSpPr/>
          <p:nvPr/>
        </p:nvSpPr>
        <p:spPr>
          <a:xfrm>
            <a:off x="0" y="0"/>
            <a:ext cx="12192000" cy="652463"/>
          </a:xfrm>
          <a:prstGeom prst="roundRect">
            <a:avLst>
              <a:gd name="adj" fmla="val 0"/>
            </a:avLst>
          </a:prstGeom>
          <a:solidFill>
            <a:srgbClr val="282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2B57181-D7A8-4F53-BF4B-6B3BA0E479DB}"/>
              </a:ext>
            </a:extLst>
          </p:cNvPr>
          <p:cNvSpPr/>
          <p:nvPr/>
        </p:nvSpPr>
        <p:spPr>
          <a:xfrm>
            <a:off x="200031" y="1939504"/>
            <a:ext cx="3810000" cy="2459182"/>
          </a:xfrm>
          <a:prstGeom prst="roundRect">
            <a:avLst>
              <a:gd name="adj" fmla="val 3873"/>
            </a:avLst>
          </a:prstGeom>
          <a:solidFill>
            <a:srgbClr val="4841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91" name="Retângulo: Cantos Arredondados 190">
            <a:extLst>
              <a:ext uri="{FF2B5EF4-FFF2-40B4-BE49-F238E27FC236}">
                <a16:creationId xmlns:a16="http://schemas.microsoft.com/office/drawing/2014/main" id="{3C6DCB98-DBF9-49CD-B541-6647379912FE}"/>
              </a:ext>
            </a:extLst>
          </p:cNvPr>
          <p:cNvSpPr/>
          <p:nvPr/>
        </p:nvSpPr>
        <p:spPr>
          <a:xfrm>
            <a:off x="4210062" y="1953690"/>
            <a:ext cx="3810000" cy="2459182"/>
          </a:xfrm>
          <a:prstGeom prst="roundRect">
            <a:avLst>
              <a:gd name="adj" fmla="val 3873"/>
            </a:avLst>
          </a:prstGeom>
          <a:solidFill>
            <a:srgbClr val="4841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193" name="Retângulo: Cantos Arredondados 192">
            <a:extLst>
              <a:ext uri="{FF2B5EF4-FFF2-40B4-BE49-F238E27FC236}">
                <a16:creationId xmlns:a16="http://schemas.microsoft.com/office/drawing/2014/main" id="{19577DE8-6A3C-480B-9F9F-9056891323E5}"/>
              </a:ext>
            </a:extLst>
          </p:cNvPr>
          <p:cNvSpPr/>
          <p:nvPr/>
        </p:nvSpPr>
        <p:spPr>
          <a:xfrm>
            <a:off x="190500" y="4581524"/>
            <a:ext cx="3810000" cy="2071383"/>
          </a:xfrm>
          <a:prstGeom prst="roundRect">
            <a:avLst>
              <a:gd name="adj" fmla="val 5204"/>
            </a:avLst>
          </a:prstGeom>
          <a:solidFill>
            <a:srgbClr val="4841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95" name="Retângulo: Cantos Arredondados 194">
            <a:extLst>
              <a:ext uri="{FF2B5EF4-FFF2-40B4-BE49-F238E27FC236}">
                <a16:creationId xmlns:a16="http://schemas.microsoft.com/office/drawing/2014/main" id="{2B9CF4C9-9F49-43D2-84E3-F88D478A1817}"/>
              </a:ext>
            </a:extLst>
          </p:cNvPr>
          <p:cNvSpPr/>
          <p:nvPr/>
        </p:nvSpPr>
        <p:spPr>
          <a:xfrm>
            <a:off x="4200531" y="4581524"/>
            <a:ext cx="3800469" cy="2082946"/>
          </a:xfrm>
          <a:prstGeom prst="roundRect">
            <a:avLst>
              <a:gd name="adj" fmla="val 5286"/>
            </a:avLst>
          </a:prstGeom>
          <a:solidFill>
            <a:srgbClr val="4841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96" name="Retângulo: Cantos Arredondados 195">
            <a:extLst>
              <a:ext uri="{FF2B5EF4-FFF2-40B4-BE49-F238E27FC236}">
                <a16:creationId xmlns:a16="http://schemas.microsoft.com/office/drawing/2014/main" id="{DEBA222D-2588-4D5F-A1C1-F11171573C58}"/>
              </a:ext>
            </a:extLst>
          </p:cNvPr>
          <p:cNvSpPr/>
          <p:nvPr/>
        </p:nvSpPr>
        <p:spPr>
          <a:xfrm>
            <a:off x="8191500" y="1937978"/>
            <a:ext cx="3800469" cy="4734285"/>
          </a:xfrm>
          <a:prstGeom prst="roundRect">
            <a:avLst>
              <a:gd name="adj" fmla="val 2500"/>
            </a:avLst>
          </a:prstGeom>
          <a:solidFill>
            <a:srgbClr val="D7AC78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83E89B44-A96B-4505-A214-998D80DB456A}"/>
              </a:ext>
            </a:extLst>
          </p:cNvPr>
          <p:cNvSpPr>
            <a:spLocks noChangeAspect="1"/>
          </p:cNvSpPr>
          <p:nvPr/>
        </p:nvSpPr>
        <p:spPr>
          <a:xfrm>
            <a:off x="2047595" y="205093"/>
            <a:ext cx="272561" cy="242276"/>
          </a:xfrm>
          <a:custGeom>
            <a:avLst/>
            <a:gdLst>
              <a:gd name="connsiteX0" fmla="*/ 0 w 3179445"/>
              <a:gd name="connsiteY0" fmla="*/ 0 h 2826173"/>
              <a:gd name="connsiteX1" fmla="*/ 3179445 w 3179445"/>
              <a:gd name="connsiteY1" fmla="*/ 0 h 2826173"/>
              <a:gd name="connsiteX2" fmla="*/ 3179445 w 3179445"/>
              <a:gd name="connsiteY2" fmla="*/ 353272 h 2826173"/>
              <a:gd name="connsiteX3" fmla="*/ 0 w 3179445"/>
              <a:gd name="connsiteY3" fmla="*/ 353272 h 2826173"/>
              <a:gd name="connsiteX4" fmla="*/ 0 w 3179445"/>
              <a:gd name="connsiteY4" fmla="*/ 0 h 2826173"/>
              <a:gd name="connsiteX5" fmla="*/ 0 w 3179445"/>
              <a:gd name="connsiteY5" fmla="*/ 1236451 h 2826173"/>
              <a:gd name="connsiteX6" fmla="*/ 3179445 w 3179445"/>
              <a:gd name="connsiteY6" fmla="*/ 1236451 h 2826173"/>
              <a:gd name="connsiteX7" fmla="*/ 3179445 w 3179445"/>
              <a:gd name="connsiteY7" fmla="*/ 1589723 h 2826173"/>
              <a:gd name="connsiteX8" fmla="*/ 0 w 3179445"/>
              <a:gd name="connsiteY8" fmla="*/ 1589723 h 2826173"/>
              <a:gd name="connsiteX9" fmla="*/ 0 w 3179445"/>
              <a:gd name="connsiteY9" fmla="*/ 1236451 h 2826173"/>
              <a:gd name="connsiteX10" fmla="*/ 0 w 3179445"/>
              <a:gd name="connsiteY10" fmla="*/ 2472902 h 2826173"/>
              <a:gd name="connsiteX11" fmla="*/ 3179445 w 3179445"/>
              <a:gd name="connsiteY11" fmla="*/ 2472902 h 2826173"/>
              <a:gd name="connsiteX12" fmla="*/ 3179445 w 3179445"/>
              <a:gd name="connsiteY12" fmla="*/ 2826173 h 2826173"/>
              <a:gd name="connsiteX13" fmla="*/ 0 w 3179445"/>
              <a:gd name="connsiteY13" fmla="*/ 2826173 h 2826173"/>
              <a:gd name="connsiteX14" fmla="*/ 0 w 3179445"/>
              <a:gd name="connsiteY14" fmla="*/ 2472902 h 282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79445" h="2826173">
                <a:moveTo>
                  <a:pt x="0" y="0"/>
                </a:moveTo>
                <a:lnTo>
                  <a:pt x="3179445" y="0"/>
                </a:lnTo>
                <a:lnTo>
                  <a:pt x="3179445" y="353272"/>
                </a:lnTo>
                <a:lnTo>
                  <a:pt x="0" y="353272"/>
                </a:lnTo>
                <a:lnTo>
                  <a:pt x="0" y="0"/>
                </a:lnTo>
                <a:close/>
                <a:moveTo>
                  <a:pt x="0" y="1236451"/>
                </a:moveTo>
                <a:lnTo>
                  <a:pt x="3179445" y="1236451"/>
                </a:lnTo>
                <a:lnTo>
                  <a:pt x="3179445" y="1589723"/>
                </a:lnTo>
                <a:lnTo>
                  <a:pt x="0" y="1589723"/>
                </a:lnTo>
                <a:lnTo>
                  <a:pt x="0" y="1236451"/>
                </a:lnTo>
                <a:close/>
                <a:moveTo>
                  <a:pt x="0" y="2472902"/>
                </a:moveTo>
                <a:lnTo>
                  <a:pt x="3179445" y="2472902"/>
                </a:lnTo>
                <a:lnTo>
                  <a:pt x="3179445" y="2826173"/>
                </a:lnTo>
                <a:lnTo>
                  <a:pt x="0" y="2826173"/>
                </a:lnTo>
                <a:lnTo>
                  <a:pt x="0" y="2472902"/>
                </a:lnTo>
                <a:close/>
              </a:path>
            </a:pathLst>
          </a:custGeom>
          <a:solidFill>
            <a:srgbClr val="505F8C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8DEFDC2D-5EB6-4F11-901A-D1D904414E12}"/>
              </a:ext>
            </a:extLst>
          </p:cNvPr>
          <p:cNvSpPr>
            <a:spLocks noChangeAspect="1"/>
          </p:cNvSpPr>
          <p:nvPr/>
        </p:nvSpPr>
        <p:spPr>
          <a:xfrm>
            <a:off x="5956115" y="191633"/>
            <a:ext cx="279770" cy="269196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55B4D7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CE66F381-3785-4B2A-802C-334CCC0E50C6}"/>
              </a:ext>
            </a:extLst>
          </p:cNvPr>
          <p:cNvSpPr>
            <a:spLocks noChangeAspect="1"/>
          </p:cNvSpPr>
          <p:nvPr/>
        </p:nvSpPr>
        <p:spPr>
          <a:xfrm>
            <a:off x="6753320" y="186553"/>
            <a:ext cx="269196" cy="279357"/>
          </a:xfrm>
          <a:custGeom>
            <a:avLst/>
            <a:gdLst>
              <a:gd name="connsiteX0" fmla="*/ 172750 w 3404832"/>
              <a:gd name="connsiteY0" fmla="*/ 2649852 h 3533346"/>
              <a:gd name="connsiteX1" fmla="*/ 0 w 3404832"/>
              <a:gd name="connsiteY1" fmla="*/ 2238997 h 3533346"/>
              <a:gd name="connsiteX2" fmla="*/ 232096 w 3404832"/>
              <a:gd name="connsiteY2" fmla="*/ 1526448 h 3533346"/>
              <a:gd name="connsiteX3" fmla="*/ 353 w 3404832"/>
              <a:gd name="connsiteY3" fmla="*/ 1294525 h 3533346"/>
              <a:gd name="connsiteX4" fmla="*/ 442119 w 3404832"/>
              <a:gd name="connsiteY4" fmla="*/ 528455 h 3533346"/>
              <a:gd name="connsiteX5" fmla="*/ 1175225 w 3404832"/>
              <a:gd name="connsiteY5" fmla="*/ 373021 h 3533346"/>
              <a:gd name="connsiteX6" fmla="*/ 1260120 w 3404832"/>
              <a:gd name="connsiteY6" fmla="*/ 56131 h 3533346"/>
              <a:gd name="connsiteX7" fmla="*/ 2144536 w 3404832"/>
              <a:gd name="connsiteY7" fmla="*/ 56484 h 3533346"/>
              <a:gd name="connsiteX8" fmla="*/ 2645899 w 3404832"/>
              <a:gd name="connsiteY8" fmla="*/ 613470 h 3533346"/>
              <a:gd name="connsiteX9" fmla="*/ 2962713 w 3404832"/>
              <a:gd name="connsiteY9" fmla="*/ 528455 h 3533346"/>
              <a:gd name="connsiteX10" fmla="*/ 3232083 w 3404832"/>
              <a:gd name="connsiteY10" fmla="*/ 883493 h 3533346"/>
              <a:gd name="connsiteX11" fmla="*/ 3404833 w 3404832"/>
              <a:gd name="connsiteY11" fmla="*/ 1294348 h 3533346"/>
              <a:gd name="connsiteX12" fmla="*/ 3172733 w 3404832"/>
              <a:gd name="connsiteY12" fmla="*/ 2006897 h 3533346"/>
              <a:gd name="connsiteX13" fmla="*/ 3404479 w 3404832"/>
              <a:gd name="connsiteY13" fmla="*/ 2238820 h 3533346"/>
              <a:gd name="connsiteX14" fmla="*/ 2962713 w 3404832"/>
              <a:gd name="connsiteY14" fmla="*/ 3004890 h 3533346"/>
              <a:gd name="connsiteX15" fmla="*/ 2229604 w 3404832"/>
              <a:gd name="connsiteY15" fmla="*/ 3160329 h 3533346"/>
              <a:gd name="connsiteX16" fmla="*/ 2144712 w 3404832"/>
              <a:gd name="connsiteY16" fmla="*/ 3477214 h 3533346"/>
              <a:gd name="connsiteX17" fmla="*/ 1260297 w 3404832"/>
              <a:gd name="connsiteY17" fmla="*/ 3476860 h 3533346"/>
              <a:gd name="connsiteX18" fmla="*/ 758926 w 3404832"/>
              <a:gd name="connsiteY18" fmla="*/ 2919875 h 3533346"/>
              <a:gd name="connsiteX19" fmla="*/ 442119 w 3404832"/>
              <a:gd name="connsiteY19" fmla="*/ 3004890 h 3533346"/>
              <a:gd name="connsiteX20" fmla="*/ 172750 w 3404832"/>
              <a:gd name="connsiteY20" fmla="*/ 2649852 h 3533346"/>
              <a:gd name="connsiteX21" fmla="*/ 1172509 w 3404832"/>
              <a:gd name="connsiteY21" fmla="*/ 2684472 h 3533346"/>
              <a:gd name="connsiteX22" fmla="*/ 1569939 w 3404832"/>
              <a:gd name="connsiteY22" fmla="*/ 3173753 h 3533346"/>
              <a:gd name="connsiteX23" fmla="*/ 1834716 w 3404832"/>
              <a:gd name="connsiteY23" fmla="*/ 3173930 h 3533346"/>
              <a:gd name="connsiteX24" fmla="*/ 2232324 w 3404832"/>
              <a:gd name="connsiteY24" fmla="*/ 2684649 h 3533346"/>
              <a:gd name="connsiteX25" fmla="*/ 2854965 w 3404832"/>
              <a:gd name="connsiteY25" fmla="*/ 2584850 h 3533346"/>
              <a:gd name="connsiteX26" fmla="*/ 2987089 w 3404832"/>
              <a:gd name="connsiteY26" fmla="*/ 2355576 h 3533346"/>
              <a:gd name="connsiteX27" fmla="*/ 2762231 w 3404832"/>
              <a:gd name="connsiteY27" fmla="*/ 1766672 h 3533346"/>
              <a:gd name="connsiteX28" fmla="*/ 2987089 w 3404832"/>
              <a:gd name="connsiteY28" fmla="*/ 1177768 h 3533346"/>
              <a:gd name="connsiteX29" fmla="*/ 2854612 w 3404832"/>
              <a:gd name="connsiteY29" fmla="*/ 948495 h 3533346"/>
              <a:gd name="connsiteX30" fmla="*/ 2232324 w 3404832"/>
              <a:gd name="connsiteY30" fmla="*/ 848872 h 3533346"/>
              <a:gd name="connsiteX31" fmla="*/ 1834893 w 3404832"/>
              <a:gd name="connsiteY31" fmla="*/ 359591 h 3533346"/>
              <a:gd name="connsiteX32" fmla="*/ 1570116 w 3404832"/>
              <a:gd name="connsiteY32" fmla="*/ 359415 h 3533346"/>
              <a:gd name="connsiteX33" fmla="*/ 1172509 w 3404832"/>
              <a:gd name="connsiteY33" fmla="*/ 848696 h 3533346"/>
              <a:gd name="connsiteX34" fmla="*/ 549867 w 3404832"/>
              <a:gd name="connsiteY34" fmla="*/ 948495 h 3533346"/>
              <a:gd name="connsiteX35" fmla="*/ 417744 w 3404832"/>
              <a:gd name="connsiteY35" fmla="*/ 1177768 h 3533346"/>
              <a:gd name="connsiteX36" fmla="*/ 642601 w 3404832"/>
              <a:gd name="connsiteY36" fmla="*/ 1766672 h 3533346"/>
              <a:gd name="connsiteX37" fmla="*/ 417744 w 3404832"/>
              <a:gd name="connsiteY37" fmla="*/ 2355576 h 3533346"/>
              <a:gd name="connsiteX38" fmla="*/ 550221 w 3404832"/>
              <a:gd name="connsiteY38" fmla="*/ 2584850 h 3533346"/>
              <a:gd name="connsiteX39" fmla="*/ 1172509 w 3404832"/>
              <a:gd name="connsiteY39" fmla="*/ 2684472 h 3533346"/>
              <a:gd name="connsiteX40" fmla="*/ 1702416 w 3404832"/>
              <a:gd name="connsiteY40" fmla="*/ 2296580 h 3533346"/>
              <a:gd name="connsiteX41" fmla="*/ 1172509 w 3404832"/>
              <a:gd name="connsiteY41" fmla="*/ 1766672 h 3533346"/>
              <a:gd name="connsiteX42" fmla="*/ 1702416 w 3404832"/>
              <a:gd name="connsiteY42" fmla="*/ 1236765 h 3533346"/>
              <a:gd name="connsiteX43" fmla="*/ 2232324 w 3404832"/>
              <a:gd name="connsiteY43" fmla="*/ 1766672 h 3533346"/>
              <a:gd name="connsiteX44" fmla="*/ 1702416 w 3404832"/>
              <a:gd name="connsiteY44" fmla="*/ 2296580 h 3533346"/>
              <a:gd name="connsiteX45" fmla="*/ 1702416 w 3404832"/>
              <a:gd name="connsiteY45" fmla="*/ 1943308 h 3533346"/>
              <a:gd name="connsiteX46" fmla="*/ 1879052 w 3404832"/>
              <a:gd name="connsiteY46" fmla="*/ 1766672 h 3533346"/>
              <a:gd name="connsiteX47" fmla="*/ 1702416 w 3404832"/>
              <a:gd name="connsiteY47" fmla="*/ 1590036 h 3533346"/>
              <a:gd name="connsiteX48" fmla="*/ 1525780 w 3404832"/>
              <a:gd name="connsiteY48" fmla="*/ 1766672 h 3533346"/>
              <a:gd name="connsiteX49" fmla="*/ 1702416 w 3404832"/>
              <a:gd name="connsiteY49" fmla="*/ 1943308 h 35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404832" h="3533346">
                <a:moveTo>
                  <a:pt x="172750" y="2649852"/>
                </a:moveTo>
                <a:cubicBezTo>
                  <a:pt x="98081" y="2520731"/>
                  <a:pt x="40036" y="2382690"/>
                  <a:pt x="0" y="2238997"/>
                </a:cubicBezTo>
                <a:cubicBezTo>
                  <a:pt x="260858" y="2106325"/>
                  <a:pt x="364771" y="1787303"/>
                  <a:pt x="232096" y="1526448"/>
                </a:cubicBezTo>
                <a:cubicBezTo>
                  <a:pt x="181306" y="1426578"/>
                  <a:pt x="100175" y="1345389"/>
                  <a:pt x="353" y="1294525"/>
                </a:cubicBezTo>
                <a:cubicBezTo>
                  <a:pt x="80200" y="1005812"/>
                  <a:pt x="232228" y="742176"/>
                  <a:pt x="442119" y="528455"/>
                </a:cubicBezTo>
                <a:cubicBezTo>
                  <a:pt x="687483" y="687975"/>
                  <a:pt x="1015706" y="618386"/>
                  <a:pt x="1175225" y="373021"/>
                </a:cubicBezTo>
                <a:cubicBezTo>
                  <a:pt x="1236333" y="279031"/>
                  <a:pt x="1266055" y="168083"/>
                  <a:pt x="1260120" y="56131"/>
                </a:cubicBezTo>
                <a:cubicBezTo>
                  <a:pt x="1550174" y="-18830"/>
                  <a:pt x="1854535" y="-18708"/>
                  <a:pt x="2144536" y="56484"/>
                </a:cubicBezTo>
                <a:cubicBezTo>
                  <a:pt x="2129186" y="348740"/>
                  <a:pt x="2353655" y="598111"/>
                  <a:pt x="2645899" y="613470"/>
                </a:cubicBezTo>
                <a:cubicBezTo>
                  <a:pt x="2757833" y="619352"/>
                  <a:pt x="2868760" y="589587"/>
                  <a:pt x="2962713" y="528455"/>
                </a:cubicBezTo>
                <a:cubicBezTo>
                  <a:pt x="3064985" y="632670"/>
                  <a:pt x="3155776" y="751193"/>
                  <a:pt x="3232083" y="883493"/>
                </a:cubicBezTo>
                <a:cubicBezTo>
                  <a:pt x="3308566" y="1015793"/>
                  <a:pt x="3365796" y="1153746"/>
                  <a:pt x="3404833" y="1294348"/>
                </a:cubicBezTo>
                <a:cubicBezTo>
                  <a:pt x="3143977" y="1427019"/>
                  <a:pt x="3040062" y="1746041"/>
                  <a:pt x="3172733" y="2006897"/>
                </a:cubicBezTo>
                <a:cubicBezTo>
                  <a:pt x="3223534" y="2106767"/>
                  <a:pt x="3304662" y="2187949"/>
                  <a:pt x="3404479" y="2238820"/>
                </a:cubicBezTo>
                <a:cubicBezTo>
                  <a:pt x="3324640" y="2527531"/>
                  <a:pt x="3172609" y="2791160"/>
                  <a:pt x="2962713" y="3004890"/>
                </a:cubicBezTo>
                <a:cubicBezTo>
                  <a:pt x="2717348" y="2845370"/>
                  <a:pt x="2389123" y="2914964"/>
                  <a:pt x="2229604" y="3160329"/>
                </a:cubicBezTo>
                <a:cubicBezTo>
                  <a:pt x="2168505" y="3254317"/>
                  <a:pt x="2138777" y="3365262"/>
                  <a:pt x="2144712" y="3477214"/>
                </a:cubicBezTo>
                <a:cubicBezTo>
                  <a:pt x="1854659" y="3552178"/>
                  <a:pt x="1550297" y="3552054"/>
                  <a:pt x="1260297" y="3476860"/>
                </a:cubicBezTo>
                <a:cubicBezTo>
                  <a:pt x="1275655" y="3184599"/>
                  <a:pt x="1051183" y="2935242"/>
                  <a:pt x="758926" y="2919875"/>
                </a:cubicBezTo>
                <a:cubicBezTo>
                  <a:pt x="646991" y="2913993"/>
                  <a:pt x="536072" y="2943756"/>
                  <a:pt x="442119" y="3004890"/>
                </a:cubicBezTo>
                <a:cubicBezTo>
                  <a:pt x="337726" y="2898361"/>
                  <a:pt x="247218" y="2779078"/>
                  <a:pt x="172750" y="2649852"/>
                </a:cubicBezTo>
                <a:close/>
                <a:moveTo>
                  <a:pt x="1172509" y="2684472"/>
                </a:moveTo>
                <a:cubicBezTo>
                  <a:pt x="1360732" y="2793033"/>
                  <a:pt x="1502253" y="2967266"/>
                  <a:pt x="1569939" y="3173753"/>
                </a:cubicBezTo>
                <a:cubicBezTo>
                  <a:pt x="1658081" y="3182055"/>
                  <a:pt x="1746575" y="3182232"/>
                  <a:pt x="1834716" y="3173930"/>
                </a:cubicBezTo>
                <a:cubicBezTo>
                  <a:pt x="1902439" y="2967425"/>
                  <a:pt x="2044030" y="2793174"/>
                  <a:pt x="2232324" y="2684649"/>
                </a:cubicBezTo>
                <a:cubicBezTo>
                  <a:pt x="2420476" y="2575788"/>
                  <a:pt x="2642207" y="2540249"/>
                  <a:pt x="2854965" y="2584850"/>
                </a:cubicBezTo>
                <a:cubicBezTo>
                  <a:pt x="2906190" y="2512782"/>
                  <a:pt x="2950349" y="2435945"/>
                  <a:pt x="2987089" y="2355576"/>
                </a:cubicBezTo>
                <a:cubicBezTo>
                  <a:pt x="2842141" y="2193672"/>
                  <a:pt x="2762072" y="1983970"/>
                  <a:pt x="2762231" y="1766672"/>
                </a:cubicBezTo>
                <a:cubicBezTo>
                  <a:pt x="2762231" y="1544111"/>
                  <a:pt x="2845250" y="1336211"/>
                  <a:pt x="2987089" y="1177768"/>
                </a:cubicBezTo>
                <a:cubicBezTo>
                  <a:pt x="2950083" y="1097426"/>
                  <a:pt x="2905748" y="1020674"/>
                  <a:pt x="2854612" y="948495"/>
                </a:cubicBezTo>
                <a:cubicBezTo>
                  <a:pt x="2641995" y="993062"/>
                  <a:pt x="2420406" y="957588"/>
                  <a:pt x="2232324" y="848872"/>
                </a:cubicBezTo>
                <a:cubicBezTo>
                  <a:pt x="2044101" y="740307"/>
                  <a:pt x="1902580" y="566075"/>
                  <a:pt x="1834893" y="359591"/>
                </a:cubicBezTo>
                <a:cubicBezTo>
                  <a:pt x="1746752" y="351289"/>
                  <a:pt x="1658257" y="351113"/>
                  <a:pt x="1570116" y="359415"/>
                </a:cubicBezTo>
                <a:cubicBezTo>
                  <a:pt x="1502394" y="565928"/>
                  <a:pt x="1360803" y="740164"/>
                  <a:pt x="1172509" y="848696"/>
                </a:cubicBezTo>
                <a:cubicBezTo>
                  <a:pt x="984353" y="957558"/>
                  <a:pt x="762622" y="993099"/>
                  <a:pt x="549867" y="948495"/>
                </a:cubicBezTo>
                <a:cubicBezTo>
                  <a:pt x="498744" y="1020614"/>
                  <a:pt x="454507" y="1097374"/>
                  <a:pt x="417744" y="1177768"/>
                </a:cubicBezTo>
                <a:cubicBezTo>
                  <a:pt x="562686" y="1339666"/>
                  <a:pt x="642757" y="1549375"/>
                  <a:pt x="642601" y="1766672"/>
                </a:cubicBezTo>
                <a:cubicBezTo>
                  <a:pt x="642601" y="1989233"/>
                  <a:pt x="559582" y="2197134"/>
                  <a:pt x="417744" y="2355576"/>
                </a:cubicBezTo>
                <a:cubicBezTo>
                  <a:pt x="454744" y="2435928"/>
                  <a:pt x="499092" y="2512676"/>
                  <a:pt x="550221" y="2584850"/>
                </a:cubicBezTo>
                <a:cubicBezTo>
                  <a:pt x="762841" y="2540284"/>
                  <a:pt x="984429" y="2575753"/>
                  <a:pt x="1172509" y="2684472"/>
                </a:cubicBezTo>
                <a:close/>
                <a:moveTo>
                  <a:pt x="1702416" y="2296580"/>
                </a:moveTo>
                <a:cubicBezTo>
                  <a:pt x="1409748" y="2296580"/>
                  <a:pt x="1172509" y="2059340"/>
                  <a:pt x="1172509" y="1766672"/>
                </a:cubicBezTo>
                <a:cubicBezTo>
                  <a:pt x="1172509" y="1474004"/>
                  <a:pt x="1409748" y="1236765"/>
                  <a:pt x="1702416" y="1236765"/>
                </a:cubicBezTo>
                <a:cubicBezTo>
                  <a:pt x="1995084" y="1236765"/>
                  <a:pt x="2232324" y="1474004"/>
                  <a:pt x="2232324" y="1766672"/>
                </a:cubicBezTo>
                <a:cubicBezTo>
                  <a:pt x="2232324" y="2059340"/>
                  <a:pt x="1995084" y="2296580"/>
                  <a:pt x="1702416" y="2296580"/>
                </a:cubicBezTo>
                <a:close/>
                <a:moveTo>
                  <a:pt x="1702416" y="1943308"/>
                </a:moveTo>
                <a:cubicBezTo>
                  <a:pt x="1799972" y="1943308"/>
                  <a:pt x="1879052" y="1864228"/>
                  <a:pt x="1879052" y="1766672"/>
                </a:cubicBezTo>
                <a:cubicBezTo>
                  <a:pt x="1879052" y="1669116"/>
                  <a:pt x="1799972" y="1590036"/>
                  <a:pt x="1702416" y="1590036"/>
                </a:cubicBezTo>
                <a:cubicBezTo>
                  <a:pt x="1604860" y="1590036"/>
                  <a:pt x="1525780" y="1669116"/>
                  <a:pt x="1525780" y="1766672"/>
                </a:cubicBezTo>
                <a:cubicBezTo>
                  <a:pt x="1525780" y="1864228"/>
                  <a:pt x="1604860" y="1943308"/>
                  <a:pt x="1702416" y="1943308"/>
                </a:cubicBezTo>
                <a:close/>
              </a:path>
            </a:pathLst>
          </a:custGeom>
          <a:solidFill>
            <a:srgbClr val="505F8C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90852040-3C89-42A1-B629-5E21F519EF3C}"/>
              </a:ext>
            </a:extLst>
          </p:cNvPr>
          <p:cNvSpPr/>
          <p:nvPr/>
        </p:nvSpPr>
        <p:spPr>
          <a:xfrm>
            <a:off x="5167406" y="205093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rgbClr val="505F8C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95BB43FF-2DEE-49EC-B3C2-7FEA13941C53}"/>
              </a:ext>
            </a:extLst>
          </p:cNvPr>
          <p:cNvSpPr>
            <a:spLocks noChangeAspect="1"/>
          </p:cNvSpPr>
          <p:nvPr/>
        </p:nvSpPr>
        <p:spPr>
          <a:xfrm>
            <a:off x="11562102" y="191633"/>
            <a:ext cx="269196" cy="269196"/>
          </a:xfrm>
          <a:custGeom>
            <a:avLst/>
            <a:gdLst>
              <a:gd name="connsiteX0" fmla="*/ 176636 w 3179445"/>
              <a:gd name="connsiteY0" fmla="*/ 0 h 3179445"/>
              <a:gd name="connsiteX1" fmla="*/ 3002809 w 3179445"/>
              <a:gd name="connsiteY1" fmla="*/ 0 h 3179445"/>
              <a:gd name="connsiteX2" fmla="*/ 3179445 w 3179445"/>
              <a:gd name="connsiteY2" fmla="*/ 176636 h 3179445"/>
              <a:gd name="connsiteX3" fmla="*/ 3179445 w 3179445"/>
              <a:gd name="connsiteY3" fmla="*/ 3002809 h 3179445"/>
              <a:gd name="connsiteX4" fmla="*/ 3002809 w 3179445"/>
              <a:gd name="connsiteY4" fmla="*/ 3179445 h 3179445"/>
              <a:gd name="connsiteX5" fmla="*/ 176636 w 3179445"/>
              <a:gd name="connsiteY5" fmla="*/ 3179445 h 3179445"/>
              <a:gd name="connsiteX6" fmla="*/ 0 w 3179445"/>
              <a:gd name="connsiteY6" fmla="*/ 3002809 h 3179445"/>
              <a:gd name="connsiteX7" fmla="*/ 0 w 3179445"/>
              <a:gd name="connsiteY7" fmla="*/ 176636 h 3179445"/>
              <a:gd name="connsiteX8" fmla="*/ 176636 w 3179445"/>
              <a:gd name="connsiteY8" fmla="*/ 0 h 3179445"/>
              <a:gd name="connsiteX9" fmla="*/ 353272 w 3179445"/>
              <a:gd name="connsiteY9" fmla="*/ 353272 h 3179445"/>
              <a:gd name="connsiteX10" fmla="*/ 353272 w 3179445"/>
              <a:gd name="connsiteY10" fmla="*/ 2826173 h 3179445"/>
              <a:gd name="connsiteX11" fmla="*/ 2826173 w 3179445"/>
              <a:gd name="connsiteY11" fmla="*/ 2826173 h 3179445"/>
              <a:gd name="connsiteX12" fmla="*/ 2826173 w 3179445"/>
              <a:gd name="connsiteY12" fmla="*/ 353272 h 3179445"/>
              <a:gd name="connsiteX13" fmla="*/ 353272 w 3179445"/>
              <a:gd name="connsiteY13" fmla="*/ 353272 h 3179445"/>
              <a:gd name="connsiteX14" fmla="*/ 794861 w 3179445"/>
              <a:gd name="connsiteY14" fmla="*/ 1059815 h 3179445"/>
              <a:gd name="connsiteX15" fmla="*/ 529908 w 3179445"/>
              <a:gd name="connsiteY15" fmla="*/ 794861 h 3179445"/>
              <a:gd name="connsiteX16" fmla="*/ 794861 w 3179445"/>
              <a:gd name="connsiteY16" fmla="*/ 529908 h 3179445"/>
              <a:gd name="connsiteX17" fmla="*/ 1059815 w 3179445"/>
              <a:gd name="connsiteY17" fmla="*/ 794861 h 3179445"/>
              <a:gd name="connsiteX18" fmla="*/ 794861 w 3179445"/>
              <a:gd name="connsiteY18" fmla="*/ 1059815 h 3179445"/>
              <a:gd name="connsiteX19" fmla="*/ 618225 w 3179445"/>
              <a:gd name="connsiteY19" fmla="*/ 1236451 h 3179445"/>
              <a:gd name="connsiteX20" fmla="*/ 971497 w 3179445"/>
              <a:gd name="connsiteY20" fmla="*/ 1236451 h 3179445"/>
              <a:gd name="connsiteX21" fmla="*/ 971497 w 3179445"/>
              <a:gd name="connsiteY21" fmla="*/ 2561220 h 3179445"/>
              <a:gd name="connsiteX22" fmla="*/ 618225 w 3179445"/>
              <a:gd name="connsiteY22" fmla="*/ 2561220 h 3179445"/>
              <a:gd name="connsiteX23" fmla="*/ 618225 w 3179445"/>
              <a:gd name="connsiteY23" fmla="*/ 1236451 h 3179445"/>
              <a:gd name="connsiteX24" fmla="*/ 1589723 w 3179445"/>
              <a:gd name="connsiteY24" fmla="*/ 1312404 h 3179445"/>
              <a:gd name="connsiteX25" fmla="*/ 1942994 w 3179445"/>
              <a:gd name="connsiteY25" fmla="*/ 1148133 h 3179445"/>
              <a:gd name="connsiteX26" fmla="*/ 2561220 w 3179445"/>
              <a:gd name="connsiteY26" fmla="*/ 1810517 h 3179445"/>
              <a:gd name="connsiteX27" fmla="*/ 2561220 w 3179445"/>
              <a:gd name="connsiteY27" fmla="*/ 2561220 h 3179445"/>
              <a:gd name="connsiteX28" fmla="*/ 2207948 w 3179445"/>
              <a:gd name="connsiteY28" fmla="*/ 2561220 h 3179445"/>
              <a:gd name="connsiteX29" fmla="*/ 2207948 w 3179445"/>
              <a:gd name="connsiteY29" fmla="*/ 1810517 h 3179445"/>
              <a:gd name="connsiteX30" fmla="*/ 1898835 w 3179445"/>
              <a:gd name="connsiteY30" fmla="*/ 1501405 h 3179445"/>
              <a:gd name="connsiteX31" fmla="*/ 1589723 w 3179445"/>
              <a:gd name="connsiteY31" fmla="*/ 1810517 h 3179445"/>
              <a:gd name="connsiteX32" fmla="*/ 1589723 w 3179445"/>
              <a:gd name="connsiteY32" fmla="*/ 2561220 h 3179445"/>
              <a:gd name="connsiteX33" fmla="*/ 1236451 w 3179445"/>
              <a:gd name="connsiteY33" fmla="*/ 2561220 h 3179445"/>
              <a:gd name="connsiteX34" fmla="*/ 1236451 w 3179445"/>
              <a:gd name="connsiteY34" fmla="*/ 1236451 h 3179445"/>
              <a:gd name="connsiteX35" fmla="*/ 1589723 w 3179445"/>
              <a:gd name="connsiteY35" fmla="*/ 1236451 h 3179445"/>
              <a:gd name="connsiteX36" fmla="*/ 1589723 w 3179445"/>
              <a:gd name="connsiteY36" fmla="*/ 1312404 h 3179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179445" h="3179445">
                <a:moveTo>
                  <a:pt x="176636" y="0"/>
                </a:moveTo>
                <a:lnTo>
                  <a:pt x="3002809" y="0"/>
                </a:lnTo>
                <a:cubicBezTo>
                  <a:pt x="3100365" y="0"/>
                  <a:pt x="3179445" y="79083"/>
                  <a:pt x="3179445" y="176636"/>
                </a:cubicBezTo>
                <a:lnTo>
                  <a:pt x="3179445" y="3002809"/>
                </a:lnTo>
                <a:cubicBezTo>
                  <a:pt x="3179445" y="3100365"/>
                  <a:pt x="3100365" y="3179445"/>
                  <a:pt x="3002809" y="3179445"/>
                </a:cubicBezTo>
                <a:lnTo>
                  <a:pt x="176636" y="3179445"/>
                </a:lnTo>
                <a:cubicBezTo>
                  <a:pt x="79083" y="3179445"/>
                  <a:pt x="0" y="3100365"/>
                  <a:pt x="0" y="3002809"/>
                </a:cubicBezTo>
                <a:lnTo>
                  <a:pt x="0" y="176636"/>
                </a:lnTo>
                <a:cubicBezTo>
                  <a:pt x="0" y="79083"/>
                  <a:pt x="79083" y="0"/>
                  <a:pt x="176636" y="0"/>
                </a:cubicBezTo>
                <a:close/>
                <a:moveTo>
                  <a:pt x="353272" y="353272"/>
                </a:moveTo>
                <a:lnTo>
                  <a:pt x="353272" y="2826173"/>
                </a:lnTo>
                <a:lnTo>
                  <a:pt x="2826173" y="2826173"/>
                </a:lnTo>
                <a:lnTo>
                  <a:pt x="2826173" y="353272"/>
                </a:lnTo>
                <a:lnTo>
                  <a:pt x="353272" y="353272"/>
                </a:lnTo>
                <a:close/>
                <a:moveTo>
                  <a:pt x="794861" y="1059815"/>
                </a:moveTo>
                <a:cubicBezTo>
                  <a:pt x="648531" y="1059815"/>
                  <a:pt x="529908" y="941192"/>
                  <a:pt x="529908" y="794861"/>
                </a:cubicBezTo>
                <a:cubicBezTo>
                  <a:pt x="529908" y="648531"/>
                  <a:pt x="648531" y="529908"/>
                  <a:pt x="794861" y="529908"/>
                </a:cubicBezTo>
                <a:cubicBezTo>
                  <a:pt x="941192" y="529908"/>
                  <a:pt x="1059815" y="648531"/>
                  <a:pt x="1059815" y="794861"/>
                </a:cubicBezTo>
                <a:cubicBezTo>
                  <a:pt x="1059815" y="941192"/>
                  <a:pt x="941192" y="1059815"/>
                  <a:pt x="794861" y="1059815"/>
                </a:cubicBezTo>
                <a:close/>
                <a:moveTo>
                  <a:pt x="618225" y="1236451"/>
                </a:moveTo>
                <a:lnTo>
                  <a:pt x="971497" y="1236451"/>
                </a:lnTo>
                <a:lnTo>
                  <a:pt x="971497" y="2561220"/>
                </a:lnTo>
                <a:lnTo>
                  <a:pt x="618225" y="2561220"/>
                </a:lnTo>
                <a:lnTo>
                  <a:pt x="618225" y="1236451"/>
                </a:lnTo>
                <a:close/>
                <a:moveTo>
                  <a:pt x="1589723" y="1312404"/>
                </a:moveTo>
                <a:cubicBezTo>
                  <a:pt x="1692878" y="1212605"/>
                  <a:pt x="1813343" y="1148133"/>
                  <a:pt x="1942994" y="1148133"/>
                </a:cubicBezTo>
                <a:cubicBezTo>
                  <a:pt x="2308807" y="1148133"/>
                  <a:pt x="2561220" y="1444705"/>
                  <a:pt x="2561220" y="1810517"/>
                </a:cubicBezTo>
                <a:lnTo>
                  <a:pt x="2561220" y="2561220"/>
                </a:lnTo>
                <a:lnTo>
                  <a:pt x="2207948" y="2561220"/>
                </a:lnTo>
                <a:lnTo>
                  <a:pt x="2207948" y="1810517"/>
                </a:lnTo>
                <a:cubicBezTo>
                  <a:pt x="2207948" y="1639799"/>
                  <a:pt x="2069554" y="1501405"/>
                  <a:pt x="1898835" y="1501405"/>
                </a:cubicBezTo>
                <a:cubicBezTo>
                  <a:pt x="1728117" y="1501405"/>
                  <a:pt x="1589723" y="1639799"/>
                  <a:pt x="1589723" y="1810517"/>
                </a:cubicBezTo>
                <a:lnTo>
                  <a:pt x="1589723" y="2561220"/>
                </a:lnTo>
                <a:lnTo>
                  <a:pt x="1236451" y="2561220"/>
                </a:lnTo>
                <a:lnTo>
                  <a:pt x="1236451" y="1236451"/>
                </a:lnTo>
                <a:lnTo>
                  <a:pt x="1589723" y="1236451"/>
                </a:lnTo>
                <a:lnTo>
                  <a:pt x="1589723" y="1312404"/>
                </a:lnTo>
                <a:close/>
              </a:path>
            </a:pathLst>
          </a:custGeom>
          <a:solidFill>
            <a:srgbClr val="505F8C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153BAF0-BB7B-4823-80E7-CFB1C9DA87E7}"/>
              </a:ext>
            </a:extLst>
          </p:cNvPr>
          <p:cNvSpPr>
            <a:spLocks noChangeAspect="1"/>
          </p:cNvSpPr>
          <p:nvPr/>
        </p:nvSpPr>
        <p:spPr>
          <a:xfrm>
            <a:off x="10762002" y="191633"/>
            <a:ext cx="269196" cy="269196"/>
          </a:xfrm>
          <a:custGeom>
            <a:avLst/>
            <a:gdLst>
              <a:gd name="connsiteX0" fmla="*/ 1918758 w 3837516"/>
              <a:gd name="connsiteY0" fmla="*/ 3837517 h 3837516"/>
              <a:gd name="connsiteX1" fmla="*/ 0 w 3837516"/>
              <a:gd name="connsiteY1" fmla="*/ 1918758 h 3837516"/>
              <a:gd name="connsiteX2" fmla="*/ 1918758 w 3837516"/>
              <a:gd name="connsiteY2" fmla="*/ 0 h 3837516"/>
              <a:gd name="connsiteX3" fmla="*/ 3837517 w 3837516"/>
              <a:gd name="connsiteY3" fmla="*/ 1918758 h 3837516"/>
              <a:gd name="connsiteX4" fmla="*/ 1918758 w 3837516"/>
              <a:gd name="connsiteY4" fmla="*/ 3837517 h 3837516"/>
              <a:gd name="connsiteX5" fmla="*/ 1479363 w 3837516"/>
              <a:gd name="connsiteY5" fmla="*/ 3389870 h 3837516"/>
              <a:gd name="connsiteX6" fmla="*/ 1156436 w 3837516"/>
              <a:gd name="connsiteY6" fmla="*/ 2110634 h 3837516"/>
              <a:gd name="connsiteX7" fmla="*/ 395648 w 3837516"/>
              <a:gd name="connsiteY7" fmla="*/ 2110634 h 3837516"/>
              <a:gd name="connsiteX8" fmla="*/ 1479363 w 3837516"/>
              <a:gd name="connsiteY8" fmla="*/ 3389870 h 3837516"/>
              <a:gd name="connsiteX9" fmla="*/ 1540763 w 3837516"/>
              <a:gd name="connsiteY9" fmla="*/ 2110634 h 3837516"/>
              <a:gd name="connsiteX10" fmla="*/ 1918758 w 3837516"/>
              <a:gd name="connsiteY10" fmla="*/ 3406180 h 3837516"/>
              <a:gd name="connsiteX11" fmla="*/ 2296754 w 3837516"/>
              <a:gd name="connsiteY11" fmla="*/ 2110634 h 3837516"/>
              <a:gd name="connsiteX12" fmla="*/ 1540763 w 3837516"/>
              <a:gd name="connsiteY12" fmla="*/ 2110634 h 3837516"/>
              <a:gd name="connsiteX13" fmla="*/ 3441869 w 3837516"/>
              <a:gd name="connsiteY13" fmla="*/ 2110634 h 3837516"/>
              <a:gd name="connsiteX14" fmla="*/ 2681081 w 3837516"/>
              <a:gd name="connsiteY14" fmla="*/ 2110634 h 3837516"/>
              <a:gd name="connsiteX15" fmla="*/ 2358154 w 3837516"/>
              <a:gd name="connsiteY15" fmla="*/ 3389870 h 3837516"/>
              <a:gd name="connsiteX16" fmla="*/ 3441869 w 3837516"/>
              <a:gd name="connsiteY16" fmla="*/ 2110634 h 3837516"/>
              <a:gd name="connsiteX17" fmla="*/ 395648 w 3837516"/>
              <a:gd name="connsiteY17" fmla="*/ 1726883 h 3837516"/>
              <a:gd name="connsiteX18" fmla="*/ 1156436 w 3837516"/>
              <a:gd name="connsiteY18" fmla="*/ 1726883 h 3837516"/>
              <a:gd name="connsiteX19" fmla="*/ 1479363 w 3837516"/>
              <a:gd name="connsiteY19" fmla="*/ 447646 h 3837516"/>
              <a:gd name="connsiteX20" fmla="*/ 395648 w 3837516"/>
              <a:gd name="connsiteY20" fmla="*/ 1726883 h 3837516"/>
              <a:gd name="connsiteX21" fmla="*/ 1540955 w 3837516"/>
              <a:gd name="connsiteY21" fmla="*/ 1726883 h 3837516"/>
              <a:gd name="connsiteX22" fmla="*/ 2296562 w 3837516"/>
              <a:gd name="connsiteY22" fmla="*/ 1726883 h 3837516"/>
              <a:gd name="connsiteX23" fmla="*/ 1918758 w 3837516"/>
              <a:gd name="connsiteY23" fmla="*/ 431337 h 3837516"/>
              <a:gd name="connsiteX24" fmla="*/ 1540763 w 3837516"/>
              <a:gd name="connsiteY24" fmla="*/ 1726883 h 3837516"/>
              <a:gd name="connsiteX25" fmla="*/ 2358154 w 3837516"/>
              <a:gd name="connsiteY25" fmla="*/ 447646 h 3837516"/>
              <a:gd name="connsiteX26" fmla="*/ 2681081 w 3837516"/>
              <a:gd name="connsiteY26" fmla="*/ 1726883 h 3837516"/>
              <a:gd name="connsiteX27" fmla="*/ 3441869 w 3837516"/>
              <a:gd name="connsiteY27" fmla="*/ 1726883 h 3837516"/>
              <a:gd name="connsiteX28" fmla="*/ 2358154 w 3837516"/>
              <a:gd name="connsiteY28" fmla="*/ 447646 h 3837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837516" h="3837516">
                <a:moveTo>
                  <a:pt x="1918758" y="3837517"/>
                </a:moveTo>
                <a:cubicBezTo>
                  <a:pt x="859028" y="3837517"/>
                  <a:pt x="0" y="2978489"/>
                  <a:pt x="0" y="1918758"/>
                </a:cubicBezTo>
                <a:cubicBezTo>
                  <a:pt x="0" y="859028"/>
                  <a:pt x="859028" y="0"/>
                  <a:pt x="1918758" y="0"/>
                </a:cubicBezTo>
                <a:cubicBezTo>
                  <a:pt x="2978489" y="0"/>
                  <a:pt x="3837517" y="859028"/>
                  <a:pt x="3837517" y="1918758"/>
                </a:cubicBezTo>
                <a:cubicBezTo>
                  <a:pt x="3837517" y="2978489"/>
                  <a:pt x="2978489" y="3837517"/>
                  <a:pt x="1918758" y="3837517"/>
                </a:cubicBezTo>
                <a:close/>
                <a:moveTo>
                  <a:pt x="1479363" y="3389870"/>
                </a:moveTo>
                <a:cubicBezTo>
                  <a:pt x="1290060" y="2988332"/>
                  <a:pt x="1180395" y="2553906"/>
                  <a:pt x="1156436" y="2110634"/>
                </a:cubicBezTo>
                <a:lnTo>
                  <a:pt x="395648" y="2110634"/>
                </a:lnTo>
                <a:cubicBezTo>
                  <a:pt x="471930" y="2713930"/>
                  <a:pt x="896818" y="3215475"/>
                  <a:pt x="1479363" y="3389870"/>
                </a:cubicBezTo>
                <a:close/>
                <a:moveTo>
                  <a:pt x="1540763" y="2110634"/>
                </a:moveTo>
                <a:cubicBezTo>
                  <a:pt x="1569736" y="2578619"/>
                  <a:pt x="1703474" y="3018207"/>
                  <a:pt x="1918758" y="3406180"/>
                </a:cubicBezTo>
                <a:cubicBezTo>
                  <a:pt x="2139857" y="3007961"/>
                  <a:pt x="2269009" y="2565284"/>
                  <a:pt x="2296754" y="2110634"/>
                </a:cubicBezTo>
                <a:lnTo>
                  <a:pt x="1540763" y="2110634"/>
                </a:lnTo>
                <a:close/>
                <a:moveTo>
                  <a:pt x="3441869" y="2110634"/>
                </a:moveTo>
                <a:lnTo>
                  <a:pt x="2681081" y="2110634"/>
                </a:lnTo>
                <a:cubicBezTo>
                  <a:pt x="2657116" y="2553906"/>
                  <a:pt x="2547459" y="2988332"/>
                  <a:pt x="2358154" y="3389870"/>
                </a:cubicBezTo>
                <a:cubicBezTo>
                  <a:pt x="2940689" y="3215475"/>
                  <a:pt x="3365579" y="2713930"/>
                  <a:pt x="3441869" y="2110634"/>
                </a:cubicBezTo>
                <a:close/>
                <a:moveTo>
                  <a:pt x="395648" y="1726883"/>
                </a:moveTo>
                <a:lnTo>
                  <a:pt x="1156436" y="1726883"/>
                </a:lnTo>
                <a:cubicBezTo>
                  <a:pt x="1180395" y="1283609"/>
                  <a:pt x="1290062" y="849183"/>
                  <a:pt x="1479363" y="447646"/>
                </a:cubicBezTo>
                <a:cubicBezTo>
                  <a:pt x="896818" y="622050"/>
                  <a:pt x="471930" y="1123596"/>
                  <a:pt x="395648" y="1726883"/>
                </a:cubicBezTo>
                <a:close/>
                <a:moveTo>
                  <a:pt x="1540955" y="1726883"/>
                </a:moveTo>
                <a:lnTo>
                  <a:pt x="2296562" y="1726883"/>
                </a:lnTo>
                <a:cubicBezTo>
                  <a:pt x="2268893" y="1272252"/>
                  <a:pt x="2139800" y="829581"/>
                  <a:pt x="1918758" y="431337"/>
                </a:cubicBezTo>
                <a:cubicBezTo>
                  <a:pt x="1697660" y="829566"/>
                  <a:pt x="1568508" y="1272237"/>
                  <a:pt x="1540763" y="1726883"/>
                </a:cubicBezTo>
                <a:close/>
                <a:moveTo>
                  <a:pt x="2358154" y="447646"/>
                </a:moveTo>
                <a:cubicBezTo>
                  <a:pt x="2547459" y="849183"/>
                  <a:pt x="2657116" y="1283609"/>
                  <a:pt x="2681081" y="1726883"/>
                </a:cubicBezTo>
                <a:lnTo>
                  <a:pt x="3441869" y="1726883"/>
                </a:lnTo>
                <a:cubicBezTo>
                  <a:pt x="3365579" y="1123596"/>
                  <a:pt x="2940689" y="622050"/>
                  <a:pt x="2358154" y="447646"/>
                </a:cubicBezTo>
                <a:close/>
              </a:path>
            </a:pathLst>
          </a:custGeom>
          <a:solidFill>
            <a:srgbClr val="505F8C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350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8DE68BA5-F109-4C95-8DFB-DBA95AF5C1A0}"/>
              </a:ext>
            </a:extLst>
          </p:cNvPr>
          <p:cNvSpPr/>
          <p:nvPr/>
        </p:nvSpPr>
        <p:spPr>
          <a:xfrm>
            <a:off x="181311" y="835301"/>
            <a:ext cx="3792797" cy="921365"/>
          </a:xfrm>
          <a:prstGeom prst="roundRect">
            <a:avLst>
              <a:gd name="adj" fmla="val 7729"/>
            </a:avLst>
          </a:prstGeom>
          <a:solidFill>
            <a:srgbClr val="9BC5E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85F3BB3E-C0A8-49F0-B067-B2F182FE7C5F}"/>
              </a:ext>
            </a:extLst>
          </p:cNvPr>
          <p:cNvSpPr/>
          <p:nvPr/>
        </p:nvSpPr>
        <p:spPr>
          <a:xfrm>
            <a:off x="4191000" y="835301"/>
            <a:ext cx="2448000" cy="921365"/>
          </a:xfrm>
          <a:prstGeom prst="roundRect">
            <a:avLst>
              <a:gd name="adj" fmla="val 7729"/>
            </a:avLst>
          </a:prstGeom>
          <a:solidFill>
            <a:srgbClr val="B79DE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64A1AFF4-B3D4-477F-8D2A-55586E556360}"/>
              </a:ext>
            </a:extLst>
          </p:cNvPr>
          <p:cNvSpPr/>
          <p:nvPr/>
        </p:nvSpPr>
        <p:spPr>
          <a:xfrm>
            <a:off x="6855892" y="835301"/>
            <a:ext cx="2448000" cy="935551"/>
          </a:xfrm>
          <a:prstGeom prst="roundRect">
            <a:avLst>
              <a:gd name="adj" fmla="val 7729"/>
            </a:avLst>
          </a:prstGeom>
          <a:solidFill>
            <a:srgbClr val="EEAB9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E7C4DA8E-5A88-4641-8EAF-4E7916C22261}"/>
              </a:ext>
            </a:extLst>
          </p:cNvPr>
          <p:cNvSpPr/>
          <p:nvPr/>
        </p:nvSpPr>
        <p:spPr>
          <a:xfrm>
            <a:off x="9538002" y="835301"/>
            <a:ext cx="2448000" cy="935551"/>
          </a:xfrm>
          <a:prstGeom prst="roundRect">
            <a:avLst>
              <a:gd name="adj" fmla="val 7729"/>
            </a:avLst>
          </a:prstGeom>
          <a:solidFill>
            <a:srgbClr val="D7AC7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FAF9B84C-A825-4794-99D5-1D877AE1407C}"/>
              </a:ext>
            </a:extLst>
          </p:cNvPr>
          <p:cNvSpPr/>
          <p:nvPr/>
        </p:nvSpPr>
        <p:spPr>
          <a:xfrm>
            <a:off x="3334980" y="1051355"/>
            <a:ext cx="513677" cy="513677"/>
          </a:xfrm>
          <a:prstGeom prst="ellipse">
            <a:avLst/>
          </a:prstGeom>
          <a:solidFill>
            <a:srgbClr val="9AC4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9EA5048B-FD77-48F6-A9F1-94C52967AE3E}"/>
              </a:ext>
            </a:extLst>
          </p:cNvPr>
          <p:cNvSpPr/>
          <p:nvPr/>
        </p:nvSpPr>
        <p:spPr>
          <a:xfrm>
            <a:off x="6031919" y="1051355"/>
            <a:ext cx="513677" cy="513677"/>
          </a:xfrm>
          <a:prstGeom prst="ellipse">
            <a:avLst/>
          </a:prstGeom>
          <a:solidFill>
            <a:srgbClr val="B79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1C6905D6-A28E-4D95-BF38-7C668E14B8F9}"/>
              </a:ext>
            </a:extLst>
          </p:cNvPr>
          <p:cNvSpPr/>
          <p:nvPr/>
        </p:nvSpPr>
        <p:spPr>
          <a:xfrm>
            <a:off x="8644984" y="1061678"/>
            <a:ext cx="513677" cy="513677"/>
          </a:xfrm>
          <a:prstGeom prst="ellipse">
            <a:avLst/>
          </a:prstGeom>
          <a:solidFill>
            <a:srgbClr val="EEA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 dirty="0">
              <a:solidFill>
                <a:srgbClr val="F2F6FB"/>
              </a:solidFill>
              <a:latin typeface="Calibri" panose="020F0502020204030204"/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9E6E0986-1FED-4AF4-9AA0-D898513D516A}"/>
              </a:ext>
            </a:extLst>
          </p:cNvPr>
          <p:cNvSpPr/>
          <p:nvPr/>
        </p:nvSpPr>
        <p:spPr>
          <a:xfrm>
            <a:off x="11380867" y="1061678"/>
            <a:ext cx="513677" cy="513677"/>
          </a:xfrm>
          <a:prstGeom prst="ellipse">
            <a:avLst/>
          </a:prstGeom>
          <a:solidFill>
            <a:srgbClr val="D7AC78"/>
          </a:solidFill>
          <a:ln>
            <a:noFill/>
          </a:ln>
          <a:effectLst>
            <a:glow rad="254000">
              <a:schemeClr val="tx1">
                <a:alpha val="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87782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B48F9059-1758-4B7F-9DDB-7740C3F5F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006" y="6998677"/>
            <a:ext cx="8877300" cy="600075"/>
          </a:xfrm>
          <a:prstGeom prst="rect">
            <a:avLst/>
          </a:prstGeom>
        </p:spPr>
      </p:pic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9340DC15-6941-444E-8D8F-8FD6FB3B4A6F}"/>
              </a:ext>
            </a:extLst>
          </p:cNvPr>
          <p:cNvSpPr>
            <a:spLocks noChangeAspect="1"/>
          </p:cNvSpPr>
          <p:nvPr/>
        </p:nvSpPr>
        <p:spPr>
          <a:xfrm>
            <a:off x="5866173" y="1030424"/>
            <a:ext cx="272561" cy="242276"/>
          </a:xfrm>
          <a:custGeom>
            <a:avLst/>
            <a:gdLst>
              <a:gd name="connsiteX0" fmla="*/ 0 w 3179445"/>
              <a:gd name="connsiteY0" fmla="*/ 0 h 2826173"/>
              <a:gd name="connsiteX1" fmla="*/ 3179445 w 3179445"/>
              <a:gd name="connsiteY1" fmla="*/ 0 h 2826173"/>
              <a:gd name="connsiteX2" fmla="*/ 3179445 w 3179445"/>
              <a:gd name="connsiteY2" fmla="*/ 353272 h 2826173"/>
              <a:gd name="connsiteX3" fmla="*/ 0 w 3179445"/>
              <a:gd name="connsiteY3" fmla="*/ 353272 h 2826173"/>
              <a:gd name="connsiteX4" fmla="*/ 0 w 3179445"/>
              <a:gd name="connsiteY4" fmla="*/ 0 h 2826173"/>
              <a:gd name="connsiteX5" fmla="*/ 0 w 3179445"/>
              <a:gd name="connsiteY5" fmla="*/ 1236451 h 2826173"/>
              <a:gd name="connsiteX6" fmla="*/ 3179445 w 3179445"/>
              <a:gd name="connsiteY6" fmla="*/ 1236451 h 2826173"/>
              <a:gd name="connsiteX7" fmla="*/ 3179445 w 3179445"/>
              <a:gd name="connsiteY7" fmla="*/ 1589723 h 2826173"/>
              <a:gd name="connsiteX8" fmla="*/ 0 w 3179445"/>
              <a:gd name="connsiteY8" fmla="*/ 1589723 h 2826173"/>
              <a:gd name="connsiteX9" fmla="*/ 0 w 3179445"/>
              <a:gd name="connsiteY9" fmla="*/ 1236451 h 2826173"/>
              <a:gd name="connsiteX10" fmla="*/ 0 w 3179445"/>
              <a:gd name="connsiteY10" fmla="*/ 2472902 h 2826173"/>
              <a:gd name="connsiteX11" fmla="*/ 3179445 w 3179445"/>
              <a:gd name="connsiteY11" fmla="*/ 2472902 h 2826173"/>
              <a:gd name="connsiteX12" fmla="*/ 3179445 w 3179445"/>
              <a:gd name="connsiteY12" fmla="*/ 2826173 h 2826173"/>
              <a:gd name="connsiteX13" fmla="*/ 0 w 3179445"/>
              <a:gd name="connsiteY13" fmla="*/ 2826173 h 2826173"/>
              <a:gd name="connsiteX14" fmla="*/ 0 w 3179445"/>
              <a:gd name="connsiteY14" fmla="*/ 2472902 h 282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79445" h="2826173">
                <a:moveTo>
                  <a:pt x="0" y="0"/>
                </a:moveTo>
                <a:lnTo>
                  <a:pt x="3179445" y="0"/>
                </a:lnTo>
                <a:lnTo>
                  <a:pt x="3179445" y="353272"/>
                </a:lnTo>
                <a:lnTo>
                  <a:pt x="0" y="353272"/>
                </a:lnTo>
                <a:lnTo>
                  <a:pt x="0" y="0"/>
                </a:lnTo>
                <a:close/>
                <a:moveTo>
                  <a:pt x="0" y="1236451"/>
                </a:moveTo>
                <a:lnTo>
                  <a:pt x="3179445" y="1236451"/>
                </a:lnTo>
                <a:lnTo>
                  <a:pt x="3179445" y="1589723"/>
                </a:lnTo>
                <a:lnTo>
                  <a:pt x="0" y="1589723"/>
                </a:lnTo>
                <a:lnTo>
                  <a:pt x="0" y="1236451"/>
                </a:lnTo>
                <a:close/>
                <a:moveTo>
                  <a:pt x="0" y="2472902"/>
                </a:moveTo>
                <a:lnTo>
                  <a:pt x="3179445" y="2472902"/>
                </a:lnTo>
                <a:lnTo>
                  <a:pt x="3179445" y="2826173"/>
                </a:lnTo>
                <a:lnTo>
                  <a:pt x="0" y="2826173"/>
                </a:lnTo>
                <a:lnTo>
                  <a:pt x="0" y="2472902"/>
                </a:lnTo>
                <a:close/>
              </a:path>
            </a:pathLst>
          </a:custGeom>
          <a:solidFill>
            <a:srgbClr val="A5B4C8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6C61EAD-80F0-4625-807A-255AC9F1C8E5}"/>
              </a:ext>
            </a:extLst>
          </p:cNvPr>
          <p:cNvSpPr/>
          <p:nvPr/>
        </p:nvSpPr>
        <p:spPr>
          <a:xfrm>
            <a:off x="76959" y="96613"/>
            <a:ext cx="11906230" cy="6664774"/>
          </a:xfrm>
          <a:prstGeom prst="roundRect">
            <a:avLst>
              <a:gd name="adj" fmla="val 5783"/>
            </a:avLst>
          </a:prstGeom>
          <a:solidFill>
            <a:srgbClr val="FC81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67F480-D30C-45B2-8B7C-BDEE392EB870}"/>
              </a:ext>
            </a:extLst>
          </p:cNvPr>
          <p:cNvSpPr/>
          <p:nvPr/>
        </p:nvSpPr>
        <p:spPr>
          <a:xfrm rot="16200000">
            <a:off x="3097398" y="-2174579"/>
            <a:ext cx="6664775" cy="11207158"/>
          </a:xfrm>
          <a:prstGeom prst="roundRect">
            <a:avLst>
              <a:gd name="adj" fmla="val 6858"/>
            </a:avLst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9DC9ED77-B19E-415D-B756-0E16FE504C33}"/>
              </a:ext>
            </a:extLst>
          </p:cNvPr>
          <p:cNvSpPr txBox="1"/>
          <p:nvPr/>
        </p:nvSpPr>
        <p:spPr>
          <a:xfrm>
            <a:off x="2241617" y="7146287"/>
            <a:ext cx="893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#700000		#5C0000		#DB0000		#E80000		#C20000</a:t>
            </a:r>
          </a:p>
        </p:txBody>
      </p:sp>
      <p:sp>
        <p:nvSpPr>
          <p:cNvPr id="81" name="Forma Livre: Forma 80">
            <a:extLst>
              <a:ext uri="{FF2B5EF4-FFF2-40B4-BE49-F238E27FC236}">
                <a16:creationId xmlns:a16="http://schemas.microsoft.com/office/drawing/2014/main" id="{C97C877A-CEA3-4802-BC20-651A4698094D}"/>
              </a:ext>
            </a:extLst>
          </p:cNvPr>
          <p:cNvSpPr>
            <a:spLocks noChangeAspect="1"/>
          </p:cNvSpPr>
          <p:nvPr/>
        </p:nvSpPr>
        <p:spPr>
          <a:xfrm>
            <a:off x="328648" y="3986532"/>
            <a:ext cx="269196" cy="269196"/>
          </a:xfrm>
          <a:custGeom>
            <a:avLst/>
            <a:gdLst>
              <a:gd name="connsiteX0" fmla="*/ 1918758 w 3837516"/>
              <a:gd name="connsiteY0" fmla="*/ 3837517 h 3837516"/>
              <a:gd name="connsiteX1" fmla="*/ 0 w 3837516"/>
              <a:gd name="connsiteY1" fmla="*/ 1918758 h 3837516"/>
              <a:gd name="connsiteX2" fmla="*/ 1918758 w 3837516"/>
              <a:gd name="connsiteY2" fmla="*/ 0 h 3837516"/>
              <a:gd name="connsiteX3" fmla="*/ 3837517 w 3837516"/>
              <a:gd name="connsiteY3" fmla="*/ 1918758 h 3837516"/>
              <a:gd name="connsiteX4" fmla="*/ 1918758 w 3837516"/>
              <a:gd name="connsiteY4" fmla="*/ 3837517 h 3837516"/>
              <a:gd name="connsiteX5" fmla="*/ 1479363 w 3837516"/>
              <a:gd name="connsiteY5" fmla="*/ 3389870 h 3837516"/>
              <a:gd name="connsiteX6" fmla="*/ 1156436 w 3837516"/>
              <a:gd name="connsiteY6" fmla="*/ 2110634 h 3837516"/>
              <a:gd name="connsiteX7" fmla="*/ 395648 w 3837516"/>
              <a:gd name="connsiteY7" fmla="*/ 2110634 h 3837516"/>
              <a:gd name="connsiteX8" fmla="*/ 1479363 w 3837516"/>
              <a:gd name="connsiteY8" fmla="*/ 3389870 h 3837516"/>
              <a:gd name="connsiteX9" fmla="*/ 1540763 w 3837516"/>
              <a:gd name="connsiteY9" fmla="*/ 2110634 h 3837516"/>
              <a:gd name="connsiteX10" fmla="*/ 1918758 w 3837516"/>
              <a:gd name="connsiteY10" fmla="*/ 3406180 h 3837516"/>
              <a:gd name="connsiteX11" fmla="*/ 2296754 w 3837516"/>
              <a:gd name="connsiteY11" fmla="*/ 2110634 h 3837516"/>
              <a:gd name="connsiteX12" fmla="*/ 1540763 w 3837516"/>
              <a:gd name="connsiteY12" fmla="*/ 2110634 h 3837516"/>
              <a:gd name="connsiteX13" fmla="*/ 3441869 w 3837516"/>
              <a:gd name="connsiteY13" fmla="*/ 2110634 h 3837516"/>
              <a:gd name="connsiteX14" fmla="*/ 2681081 w 3837516"/>
              <a:gd name="connsiteY14" fmla="*/ 2110634 h 3837516"/>
              <a:gd name="connsiteX15" fmla="*/ 2358154 w 3837516"/>
              <a:gd name="connsiteY15" fmla="*/ 3389870 h 3837516"/>
              <a:gd name="connsiteX16" fmla="*/ 3441869 w 3837516"/>
              <a:gd name="connsiteY16" fmla="*/ 2110634 h 3837516"/>
              <a:gd name="connsiteX17" fmla="*/ 395648 w 3837516"/>
              <a:gd name="connsiteY17" fmla="*/ 1726883 h 3837516"/>
              <a:gd name="connsiteX18" fmla="*/ 1156436 w 3837516"/>
              <a:gd name="connsiteY18" fmla="*/ 1726883 h 3837516"/>
              <a:gd name="connsiteX19" fmla="*/ 1479363 w 3837516"/>
              <a:gd name="connsiteY19" fmla="*/ 447646 h 3837516"/>
              <a:gd name="connsiteX20" fmla="*/ 395648 w 3837516"/>
              <a:gd name="connsiteY20" fmla="*/ 1726883 h 3837516"/>
              <a:gd name="connsiteX21" fmla="*/ 1540955 w 3837516"/>
              <a:gd name="connsiteY21" fmla="*/ 1726883 h 3837516"/>
              <a:gd name="connsiteX22" fmla="*/ 2296562 w 3837516"/>
              <a:gd name="connsiteY22" fmla="*/ 1726883 h 3837516"/>
              <a:gd name="connsiteX23" fmla="*/ 1918758 w 3837516"/>
              <a:gd name="connsiteY23" fmla="*/ 431337 h 3837516"/>
              <a:gd name="connsiteX24" fmla="*/ 1540763 w 3837516"/>
              <a:gd name="connsiteY24" fmla="*/ 1726883 h 3837516"/>
              <a:gd name="connsiteX25" fmla="*/ 2358154 w 3837516"/>
              <a:gd name="connsiteY25" fmla="*/ 447646 h 3837516"/>
              <a:gd name="connsiteX26" fmla="*/ 2681081 w 3837516"/>
              <a:gd name="connsiteY26" fmla="*/ 1726883 h 3837516"/>
              <a:gd name="connsiteX27" fmla="*/ 3441869 w 3837516"/>
              <a:gd name="connsiteY27" fmla="*/ 1726883 h 3837516"/>
              <a:gd name="connsiteX28" fmla="*/ 2358154 w 3837516"/>
              <a:gd name="connsiteY28" fmla="*/ 447646 h 3837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837516" h="3837516">
                <a:moveTo>
                  <a:pt x="1918758" y="3837517"/>
                </a:moveTo>
                <a:cubicBezTo>
                  <a:pt x="859028" y="3837517"/>
                  <a:pt x="0" y="2978489"/>
                  <a:pt x="0" y="1918758"/>
                </a:cubicBezTo>
                <a:cubicBezTo>
                  <a:pt x="0" y="859028"/>
                  <a:pt x="859028" y="0"/>
                  <a:pt x="1918758" y="0"/>
                </a:cubicBezTo>
                <a:cubicBezTo>
                  <a:pt x="2978489" y="0"/>
                  <a:pt x="3837517" y="859028"/>
                  <a:pt x="3837517" y="1918758"/>
                </a:cubicBezTo>
                <a:cubicBezTo>
                  <a:pt x="3837517" y="2978489"/>
                  <a:pt x="2978489" y="3837517"/>
                  <a:pt x="1918758" y="3837517"/>
                </a:cubicBezTo>
                <a:close/>
                <a:moveTo>
                  <a:pt x="1479363" y="3389870"/>
                </a:moveTo>
                <a:cubicBezTo>
                  <a:pt x="1290060" y="2988332"/>
                  <a:pt x="1180395" y="2553906"/>
                  <a:pt x="1156436" y="2110634"/>
                </a:cubicBezTo>
                <a:lnTo>
                  <a:pt x="395648" y="2110634"/>
                </a:lnTo>
                <a:cubicBezTo>
                  <a:pt x="471930" y="2713930"/>
                  <a:pt x="896818" y="3215475"/>
                  <a:pt x="1479363" y="3389870"/>
                </a:cubicBezTo>
                <a:close/>
                <a:moveTo>
                  <a:pt x="1540763" y="2110634"/>
                </a:moveTo>
                <a:cubicBezTo>
                  <a:pt x="1569736" y="2578619"/>
                  <a:pt x="1703474" y="3018207"/>
                  <a:pt x="1918758" y="3406180"/>
                </a:cubicBezTo>
                <a:cubicBezTo>
                  <a:pt x="2139857" y="3007961"/>
                  <a:pt x="2269009" y="2565284"/>
                  <a:pt x="2296754" y="2110634"/>
                </a:cubicBezTo>
                <a:lnTo>
                  <a:pt x="1540763" y="2110634"/>
                </a:lnTo>
                <a:close/>
                <a:moveTo>
                  <a:pt x="3441869" y="2110634"/>
                </a:moveTo>
                <a:lnTo>
                  <a:pt x="2681081" y="2110634"/>
                </a:lnTo>
                <a:cubicBezTo>
                  <a:pt x="2657116" y="2553906"/>
                  <a:pt x="2547459" y="2988332"/>
                  <a:pt x="2358154" y="3389870"/>
                </a:cubicBezTo>
                <a:cubicBezTo>
                  <a:pt x="2940689" y="3215475"/>
                  <a:pt x="3365579" y="2713930"/>
                  <a:pt x="3441869" y="2110634"/>
                </a:cubicBezTo>
                <a:close/>
                <a:moveTo>
                  <a:pt x="395648" y="1726883"/>
                </a:moveTo>
                <a:lnTo>
                  <a:pt x="1156436" y="1726883"/>
                </a:lnTo>
                <a:cubicBezTo>
                  <a:pt x="1180395" y="1283609"/>
                  <a:pt x="1290062" y="849183"/>
                  <a:pt x="1479363" y="447646"/>
                </a:cubicBezTo>
                <a:cubicBezTo>
                  <a:pt x="896818" y="622050"/>
                  <a:pt x="471930" y="1123596"/>
                  <a:pt x="395648" y="1726883"/>
                </a:cubicBezTo>
                <a:close/>
                <a:moveTo>
                  <a:pt x="1540955" y="1726883"/>
                </a:moveTo>
                <a:lnTo>
                  <a:pt x="2296562" y="1726883"/>
                </a:lnTo>
                <a:cubicBezTo>
                  <a:pt x="2268893" y="1272252"/>
                  <a:pt x="2139800" y="829581"/>
                  <a:pt x="1918758" y="431337"/>
                </a:cubicBezTo>
                <a:cubicBezTo>
                  <a:pt x="1697660" y="829566"/>
                  <a:pt x="1568508" y="1272237"/>
                  <a:pt x="1540763" y="1726883"/>
                </a:cubicBezTo>
                <a:close/>
                <a:moveTo>
                  <a:pt x="2358154" y="447646"/>
                </a:moveTo>
                <a:cubicBezTo>
                  <a:pt x="2547459" y="849183"/>
                  <a:pt x="2657116" y="1283609"/>
                  <a:pt x="2681081" y="1726883"/>
                </a:cubicBezTo>
                <a:lnTo>
                  <a:pt x="3441869" y="1726883"/>
                </a:lnTo>
                <a:cubicBezTo>
                  <a:pt x="3365579" y="1123596"/>
                  <a:pt x="2940689" y="622050"/>
                  <a:pt x="2358154" y="447646"/>
                </a:cubicBezTo>
                <a:close/>
              </a:path>
            </a:pathLst>
          </a:custGeom>
          <a:solidFill>
            <a:schemeClr val="bg1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Forma Livre: Forma 82">
            <a:extLst>
              <a:ext uri="{FF2B5EF4-FFF2-40B4-BE49-F238E27FC236}">
                <a16:creationId xmlns:a16="http://schemas.microsoft.com/office/drawing/2014/main" id="{E2851807-5558-4D53-BE11-D43ABC397080}"/>
              </a:ext>
            </a:extLst>
          </p:cNvPr>
          <p:cNvSpPr>
            <a:spLocks noChangeAspect="1"/>
          </p:cNvSpPr>
          <p:nvPr/>
        </p:nvSpPr>
        <p:spPr>
          <a:xfrm>
            <a:off x="328648" y="3366907"/>
            <a:ext cx="269196" cy="279357"/>
          </a:xfrm>
          <a:custGeom>
            <a:avLst/>
            <a:gdLst>
              <a:gd name="connsiteX0" fmla="*/ 172750 w 3404832"/>
              <a:gd name="connsiteY0" fmla="*/ 2649852 h 3533346"/>
              <a:gd name="connsiteX1" fmla="*/ 0 w 3404832"/>
              <a:gd name="connsiteY1" fmla="*/ 2238997 h 3533346"/>
              <a:gd name="connsiteX2" fmla="*/ 232096 w 3404832"/>
              <a:gd name="connsiteY2" fmla="*/ 1526448 h 3533346"/>
              <a:gd name="connsiteX3" fmla="*/ 353 w 3404832"/>
              <a:gd name="connsiteY3" fmla="*/ 1294525 h 3533346"/>
              <a:gd name="connsiteX4" fmla="*/ 442119 w 3404832"/>
              <a:gd name="connsiteY4" fmla="*/ 528455 h 3533346"/>
              <a:gd name="connsiteX5" fmla="*/ 1175225 w 3404832"/>
              <a:gd name="connsiteY5" fmla="*/ 373021 h 3533346"/>
              <a:gd name="connsiteX6" fmla="*/ 1260120 w 3404832"/>
              <a:gd name="connsiteY6" fmla="*/ 56131 h 3533346"/>
              <a:gd name="connsiteX7" fmla="*/ 2144536 w 3404832"/>
              <a:gd name="connsiteY7" fmla="*/ 56484 h 3533346"/>
              <a:gd name="connsiteX8" fmla="*/ 2645899 w 3404832"/>
              <a:gd name="connsiteY8" fmla="*/ 613470 h 3533346"/>
              <a:gd name="connsiteX9" fmla="*/ 2962713 w 3404832"/>
              <a:gd name="connsiteY9" fmla="*/ 528455 h 3533346"/>
              <a:gd name="connsiteX10" fmla="*/ 3232083 w 3404832"/>
              <a:gd name="connsiteY10" fmla="*/ 883493 h 3533346"/>
              <a:gd name="connsiteX11" fmla="*/ 3404833 w 3404832"/>
              <a:gd name="connsiteY11" fmla="*/ 1294348 h 3533346"/>
              <a:gd name="connsiteX12" fmla="*/ 3172733 w 3404832"/>
              <a:gd name="connsiteY12" fmla="*/ 2006897 h 3533346"/>
              <a:gd name="connsiteX13" fmla="*/ 3404479 w 3404832"/>
              <a:gd name="connsiteY13" fmla="*/ 2238820 h 3533346"/>
              <a:gd name="connsiteX14" fmla="*/ 2962713 w 3404832"/>
              <a:gd name="connsiteY14" fmla="*/ 3004890 h 3533346"/>
              <a:gd name="connsiteX15" fmla="*/ 2229604 w 3404832"/>
              <a:gd name="connsiteY15" fmla="*/ 3160329 h 3533346"/>
              <a:gd name="connsiteX16" fmla="*/ 2144712 w 3404832"/>
              <a:gd name="connsiteY16" fmla="*/ 3477214 h 3533346"/>
              <a:gd name="connsiteX17" fmla="*/ 1260297 w 3404832"/>
              <a:gd name="connsiteY17" fmla="*/ 3476860 h 3533346"/>
              <a:gd name="connsiteX18" fmla="*/ 758926 w 3404832"/>
              <a:gd name="connsiteY18" fmla="*/ 2919875 h 3533346"/>
              <a:gd name="connsiteX19" fmla="*/ 442119 w 3404832"/>
              <a:gd name="connsiteY19" fmla="*/ 3004890 h 3533346"/>
              <a:gd name="connsiteX20" fmla="*/ 172750 w 3404832"/>
              <a:gd name="connsiteY20" fmla="*/ 2649852 h 3533346"/>
              <a:gd name="connsiteX21" fmla="*/ 1172509 w 3404832"/>
              <a:gd name="connsiteY21" fmla="*/ 2684472 h 3533346"/>
              <a:gd name="connsiteX22" fmla="*/ 1569939 w 3404832"/>
              <a:gd name="connsiteY22" fmla="*/ 3173753 h 3533346"/>
              <a:gd name="connsiteX23" fmla="*/ 1834716 w 3404832"/>
              <a:gd name="connsiteY23" fmla="*/ 3173930 h 3533346"/>
              <a:gd name="connsiteX24" fmla="*/ 2232324 w 3404832"/>
              <a:gd name="connsiteY24" fmla="*/ 2684649 h 3533346"/>
              <a:gd name="connsiteX25" fmla="*/ 2854965 w 3404832"/>
              <a:gd name="connsiteY25" fmla="*/ 2584850 h 3533346"/>
              <a:gd name="connsiteX26" fmla="*/ 2987089 w 3404832"/>
              <a:gd name="connsiteY26" fmla="*/ 2355576 h 3533346"/>
              <a:gd name="connsiteX27" fmla="*/ 2762231 w 3404832"/>
              <a:gd name="connsiteY27" fmla="*/ 1766672 h 3533346"/>
              <a:gd name="connsiteX28" fmla="*/ 2987089 w 3404832"/>
              <a:gd name="connsiteY28" fmla="*/ 1177768 h 3533346"/>
              <a:gd name="connsiteX29" fmla="*/ 2854612 w 3404832"/>
              <a:gd name="connsiteY29" fmla="*/ 948495 h 3533346"/>
              <a:gd name="connsiteX30" fmla="*/ 2232324 w 3404832"/>
              <a:gd name="connsiteY30" fmla="*/ 848872 h 3533346"/>
              <a:gd name="connsiteX31" fmla="*/ 1834893 w 3404832"/>
              <a:gd name="connsiteY31" fmla="*/ 359591 h 3533346"/>
              <a:gd name="connsiteX32" fmla="*/ 1570116 w 3404832"/>
              <a:gd name="connsiteY32" fmla="*/ 359415 h 3533346"/>
              <a:gd name="connsiteX33" fmla="*/ 1172509 w 3404832"/>
              <a:gd name="connsiteY33" fmla="*/ 848696 h 3533346"/>
              <a:gd name="connsiteX34" fmla="*/ 549867 w 3404832"/>
              <a:gd name="connsiteY34" fmla="*/ 948495 h 3533346"/>
              <a:gd name="connsiteX35" fmla="*/ 417744 w 3404832"/>
              <a:gd name="connsiteY35" fmla="*/ 1177768 h 3533346"/>
              <a:gd name="connsiteX36" fmla="*/ 642601 w 3404832"/>
              <a:gd name="connsiteY36" fmla="*/ 1766672 h 3533346"/>
              <a:gd name="connsiteX37" fmla="*/ 417744 w 3404832"/>
              <a:gd name="connsiteY37" fmla="*/ 2355576 h 3533346"/>
              <a:gd name="connsiteX38" fmla="*/ 550221 w 3404832"/>
              <a:gd name="connsiteY38" fmla="*/ 2584850 h 3533346"/>
              <a:gd name="connsiteX39" fmla="*/ 1172509 w 3404832"/>
              <a:gd name="connsiteY39" fmla="*/ 2684472 h 3533346"/>
              <a:gd name="connsiteX40" fmla="*/ 1702416 w 3404832"/>
              <a:gd name="connsiteY40" fmla="*/ 2296580 h 3533346"/>
              <a:gd name="connsiteX41" fmla="*/ 1172509 w 3404832"/>
              <a:gd name="connsiteY41" fmla="*/ 1766672 h 3533346"/>
              <a:gd name="connsiteX42" fmla="*/ 1702416 w 3404832"/>
              <a:gd name="connsiteY42" fmla="*/ 1236765 h 3533346"/>
              <a:gd name="connsiteX43" fmla="*/ 2232324 w 3404832"/>
              <a:gd name="connsiteY43" fmla="*/ 1766672 h 3533346"/>
              <a:gd name="connsiteX44" fmla="*/ 1702416 w 3404832"/>
              <a:gd name="connsiteY44" fmla="*/ 2296580 h 3533346"/>
              <a:gd name="connsiteX45" fmla="*/ 1702416 w 3404832"/>
              <a:gd name="connsiteY45" fmla="*/ 1943308 h 3533346"/>
              <a:gd name="connsiteX46" fmla="*/ 1879052 w 3404832"/>
              <a:gd name="connsiteY46" fmla="*/ 1766672 h 3533346"/>
              <a:gd name="connsiteX47" fmla="*/ 1702416 w 3404832"/>
              <a:gd name="connsiteY47" fmla="*/ 1590036 h 3533346"/>
              <a:gd name="connsiteX48" fmla="*/ 1525780 w 3404832"/>
              <a:gd name="connsiteY48" fmla="*/ 1766672 h 3533346"/>
              <a:gd name="connsiteX49" fmla="*/ 1702416 w 3404832"/>
              <a:gd name="connsiteY49" fmla="*/ 1943308 h 35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404832" h="3533346">
                <a:moveTo>
                  <a:pt x="172750" y="2649852"/>
                </a:moveTo>
                <a:cubicBezTo>
                  <a:pt x="98081" y="2520731"/>
                  <a:pt x="40036" y="2382690"/>
                  <a:pt x="0" y="2238997"/>
                </a:cubicBezTo>
                <a:cubicBezTo>
                  <a:pt x="260858" y="2106325"/>
                  <a:pt x="364771" y="1787303"/>
                  <a:pt x="232096" y="1526448"/>
                </a:cubicBezTo>
                <a:cubicBezTo>
                  <a:pt x="181306" y="1426578"/>
                  <a:pt x="100175" y="1345389"/>
                  <a:pt x="353" y="1294525"/>
                </a:cubicBezTo>
                <a:cubicBezTo>
                  <a:pt x="80200" y="1005812"/>
                  <a:pt x="232228" y="742176"/>
                  <a:pt x="442119" y="528455"/>
                </a:cubicBezTo>
                <a:cubicBezTo>
                  <a:pt x="687483" y="687975"/>
                  <a:pt x="1015706" y="618386"/>
                  <a:pt x="1175225" y="373021"/>
                </a:cubicBezTo>
                <a:cubicBezTo>
                  <a:pt x="1236333" y="279031"/>
                  <a:pt x="1266055" y="168083"/>
                  <a:pt x="1260120" y="56131"/>
                </a:cubicBezTo>
                <a:cubicBezTo>
                  <a:pt x="1550174" y="-18830"/>
                  <a:pt x="1854535" y="-18708"/>
                  <a:pt x="2144536" y="56484"/>
                </a:cubicBezTo>
                <a:cubicBezTo>
                  <a:pt x="2129186" y="348740"/>
                  <a:pt x="2353655" y="598111"/>
                  <a:pt x="2645899" y="613470"/>
                </a:cubicBezTo>
                <a:cubicBezTo>
                  <a:pt x="2757833" y="619352"/>
                  <a:pt x="2868760" y="589587"/>
                  <a:pt x="2962713" y="528455"/>
                </a:cubicBezTo>
                <a:cubicBezTo>
                  <a:pt x="3064985" y="632670"/>
                  <a:pt x="3155776" y="751193"/>
                  <a:pt x="3232083" y="883493"/>
                </a:cubicBezTo>
                <a:cubicBezTo>
                  <a:pt x="3308566" y="1015793"/>
                  <a:pt x="3365796" y="1153746"/>
                  <a:pt x="3404833" y="1294348"/>
                </a:cubicBezTo>
                <a:cubicBezTo>
                  <a:pt x="3143977" y="1427019"/>
                  <a:pt x="3040062" y="1746041"/>
                  <a:pt x="3172733" y="2006897"/>
                </a:cubicBezTo>
                <a:cubicBezTo>
                  <a:pt x="3223534" y="2106767"/>
                  <a:pt x="3304662" y="2187949"/>
                  <a:pt x="3404479" y="2238820"/>
                </a:cubicBezTo>
                <a:cubicBezTo>
                  <a:pt x="3324640" y="2527531"/>
                  <a:pt x="3172609" y="2791160"/>
                  <a:pt x="2962713" y="3004890"/>
                </a:cubicBezTo>
                <a:cubicBezTo>
                  <a:pt x="2717348" y="2845370"/>
                  <a:pt x="2389123" y="2914964"/>
                  <a:pt x="2229604" y="3160329"/>
                </a:cubicBezTo>
                <a:cubicBezTo>
                  <a:pt x="2168505" y="3254317"/>
                  <a:pt x="2138777" y="3365262"/>
                  <a:pt x="2144712" y="3477214"/>
                </a:cubicBezTo>
                <a:cubicBezTo>
                  <a:pt x="1854659" y="3552178"/>
                  <a:pt x="1550297" y="3552054"/>
                  <a:pt x="1260297" y="3476860"/>
                </a:cubicBezTo>
                <a:cubicBezTo>
                  <a:pt x="1275655" y="3184599"/>
                  <a:pt x="1051183" y="2935242"/>
                  <a:pt x="758926" y="2919875"/>
                </a:cubicBezTo>
                <a:cubicBezTo>
                  <a:pt x="646991" y="2913993"/>
                  <a:pt x="536072" y="2943756"/>
                  <a:pt x="442119" y="3004890"/>
                </a:cubicBezTo>
                <a:cubicBezTo>
                  <a:pt x="337726" y="2898361"/>
                  <a:pt x="247218" y="2779078"/>
                  <a:pt x="172750" y="2649852"/>
                </a:cubicBezTo>
                <a:close/>
                <a:moveTo>
                  <a:pt x="1172509" y="2684472"/>
                </a:moveTo>
                <a:cubicBezTo>
                  <a:pt x="1360732" y="2793033"/>
                  <a:pt x="1502253" y="2967266"/>
                  <a:pt x="1569939" y="3173753"/>
                </a:cubicBezTo>
                <a:cubicBezTo>
                  <a:pt x="1658081" y="3182055"/>
                  <a:pt x="1746575" y="3182232"/>
                  <a:pt x="1834716" y="3173930"/>
                </a:cubicBezTo>
                <a:cubicBezTo>
                  <a:pt x="1902439" y="2967425"/>
                  <a:pt x="2044030" y="2793174"/>
                  <a:pt x="2232324" y="2684649"/>
                </a:cubicBezTo>
                <a:cubicBezTo>
                  <a:pt x="2420476" y="2575788"/>
                  <a:pt x="2642207" y="2540249"/>
                  <a:pt x="2854965" y="2584850"/>
                </a:cubicBezTo>
                <a:cubicBezTo>
                  <a:pt x="2906190" y="2512782"/>
                  <a:pt x="2950349" y="2435945"/>
                  <a:pt x="2987089" y="2355576"/>
                </a:cubicBezTo>
                <a:cubicBezTo>
                  <a:pt x="2842141" y="2193672"/>
                  <a:pt x="2762072" y="1983970"/>
                  <a:pt x="2762231" y="1766672"/>
                </a:cubicBezTo>
                <a:cubicBezTo>
                  <a:pt x="2762231" y="1544111"/>
                  <a:pt x="2845250" y="1336211"/>
                  <a:pt x="2987089" y="1177768"/>
                </a:cubicBezTo>
                <a:cubicBezTo>
                  <a:pt x="2950083" y="1097426"/>
                  <a:pt x="2905748" y="1020674"/>
                  <a:pt x="2854612" y="948495"/>
                </a:cubicBezTo>
                <a:cubicBezTo>
                  <a:pt x="2641995" y="993062"/>
                  <a:pt x="2420406" y="957588"/>
                  <a:pt x="2232324" y="848872"/>
                </a:cubicBezTo>
                <a:cubicBezTo>
                  <a:pt x="2044101" y="740307"/>
                  <a:pt x="1902580" y="566075"/>
                  <a:pt x="1834893" y="359591"/>
                </a:cubicBezTo>
                <a:cubicBezTo>
                  <a:pt x="1746752" y="351289"/>
                  <a:pt x="1658257" y="351113"/>
                  <a:pt x="1570116" y="359415"/>
                </a:cubicBezTo>
                <a:cubicBezTo>
                  <a:pt x="1502394" y="565928"/>
                  <a:pt x="1360803" y="740164"/>
                  <a:pt x="1172509" y="848696"/>
                </a:cubicBezTo>
                <a:cubicBezTo>
                  <a:pt x="984353" y="957558"/>
                  <a:pt x="762622" y="993099"/>
                  <a:pt x="549867" y="948495"/>
                </a:cubicBezTo>
                <a:cubicBezTo>
                  <a:pt x="498744" y="1020614"/>
                  <a:pt x="454507" y="1097374"/>
                  <a:pt x="417744" y="1177768"/>
                </a:cubicBezTo>
                <a:cubicBezTo>
                  <a:pt x="562686" y="1339666"/>
                  <a:pt x="642757" y="1549375"/>
                  <a:pt x="642601" y="1766672"/>
                </a:cubicBezTo>
                <a:cubicBezTo>
                  <a:pt x="642601" y="1989233"/>
                  <a:pt x="559582" y="2197134"/>
                  <a:pt x="417744" y="2355576"/>
                </a:cubicBezTo>
                <a:cubicBezTo>
                  <a:pt x="454744" y="2435928"/>
                  <a:pt x="499092" y="2512676"/>
                  <a:pt x="550221" y="2584850"/>
                </a:cubicBezTo>
                <a:cubicBezTo>
                  <a:pt x="762841" y="2540284"/>
                  <a:pt x="984429" y="2575753"/>
                  <a:pt x="1172509" y="2684472"/>
                </a:cubicBezTo>
                <a:close/>
                <a:moveTo>
                  <a:pt x="1702416" y="2296580"/>
                </a:moveTo>
                <a:cubicBezTo>
                  <a:pt x="1409748" y="2296580"/>
                  <a:pt x="1172509" y="2059340"/>
                  <a:pt x="1172509" y="1766672"/>
                </a:cubicBezTo>
                <a:cubicBezTo>
                  <a:pt x="1172509" y="1474004"/>
                  <a:pt x="1409748" y="1236765"/>
                  <a:pt x="1702416" y="1236765"/>
                </a:cubicBezTo>
                <a:cubicBezTo>
                  <a:pt x="1995084" y="1236765"/>
                  <a:pt x="2232324" y="1474004"/>
                  <a:pt x="2232324" y="1766672"/>
                </a:cubicBezTo>
                <a:cubicBezTo>
                  <a:pt x="2232324" y="2059340"/>
                  <a:pt x="1995084" y="2296580"/>
                  <a:pt x="1702416" y="2296580"/>
                </a:cubicBezTo>
                <a:close/>
                <a:moveTo>
                  <a:pt x="1702416" y="1943308"/>
                </a:moveTo>
                <a:cubicBezTo>
                  <a:pt x="1799972" y="1943308"/>
                  <a:pt x="1879052" y="1864228"/>
                  <a:pt x="1879052" y="1766672"/>
                </a:cubicBezTo>
                <a:cubicBezTo>
                  <a:pt x="1879052" y="1669116"/>
                  <a:pt x="1799972" y="1590036"/>
                  <a:pt x="1702416" y="1590036"/>
                </a:cubicBezTo>
                <a:cubicBezTo>
                  <a:pt x="1604860" y="1590036"/>
                  <a:pt x="1525780" y="1669116"/>
                  <a:pt x="1525780" y="1766672"/>
                </a:cubicBezTo>
                <a:cubicBezTo>
                  <a:pt x="1525780" y="1864228"/>
                  <a:pt x="1604860" y="1943308"/>
                  <a:pt x="1702416" y="1943308"/>
                </a:cubicBezTo>
                <a:close/>
              </a:path>
            </a:pathLst>
          </a:custGeom>
          <a:solidFill>
            <a:schemeClr val="bg1"/>
          </a:solidFill>
          <a:ln w="1766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Forma Livre: Forma 83">
            <a:extLst>
              <a:ext uri="{FF2B5EF4-FFF2-40B4-BE49-F238E27FC236}">
                <a16:creationId xmlns:a16="http://schemas.microsoft.com/office/drawing/2014/main" id="{40D74330-F6F3-499A-85E4-6AF5FC62DB13}"/>
              </a:ext>
            </a:extLst>
          </p:cNvPr>
          <p:cNvSpPr/>
          <p:nvPr/>
        </p:nvSpPr>
        <p:spPr>
          <a:xfrm>
            <a:off x="327609" y="2028639"/>
            <a:ext cx="271274" cy="242276"/>
          </a:xfrm>
          <a:custGeom>
            <a:avLst/>
            <a:gdLst>
              <a:gd name="connsiteX0" fmla="*/ 3453765 w 4221268"/>
              <a:gd name="connsiteY0" fmla="*/ 3770045 h 3770044"/>
              <a:gd name="connsiteX1" fmla="*/ 767503 w 4221268"/>
              <a:gd name="connsiteY1" fmla="*/ 3770045 h 3770044"/>
              <a:gd name="connsiteX2" fmla="*/ 575628 w 4221268"/>
              <a:gd name="connsiteY2" fmla="*/ 3578169 h 3770044"/>
              <a:gd name="connsiteX3" fmla="*/ 575628 w 4221268"/>
              <a:gd name="connsiteY3" fmla="*/ 1851287 h 3770044"/>
              <a:gd name="connsiteX4" fmla="*/ 0 w 4221268"/>
              <a:gd name="connsiteY4" fmla="*/ 1851287 h 3770044"/>
              <a:gd name="connsiteX5" fmla="*/ 1981502 w 4221268"/>
              <a:gd name="connsiteY5" fmla="*/ 49956 h 3770044"/>
              <a:gd name="connsiteX6" fmla="*/ 2239767 w 4221268"/>
              <a:gd name="connsiteY6" fmla="*/ 49956 h 3770044"/>
              <a:gd name="connsiteX7" fmla="*/ 4221269 w 4221268"/>
              <a:gd name="connsiteY7" fmla="*/ 1851287 h 3770044"/>
              <a:gd name="connsiteX8" fmla="*/ 3645641 w 4221268"/>
              <a:gd name="connsiteY8" fmla="*/ 1851287 h 3770044"/>
              <a:gd name="connsiteX9" fmla="*/ 3645641 w 4221268"/>
              <a:gd name="connsiteY9" fmla="*/ 3578169 h 3770044"/>
              <a:gd name="connsiteX10" fmla="*/ 3453765 w 4221268"/>
              <a:gd name="connsiteY10" fmla="*/ 3770045 h 3770044"/>
              <a:gd name="connsiteX11" fmla="*/ 959379 w 4221268"/>
              <a:gd name="connsiteY11" fmla="*/ 3386293 h 3770044"/>
              <a:gd name="connsiteX12" fmla="*/ 3261889 w 4221268"/>
              <a:gd name="connsiteY12" fmla="*/ 3386293 h 3770044"/>
              <a:gd name="connsiteX13" fmla="*/ 3261889 w 4221268"/>
              <a:gd name="connsiteY13" fmla="*/ 1497659 h 3770044"/>
              <a:gd name="connsiteX14" fmla="*/ 2110634 w 4221268"/>
              <a:gd name="connsiteY14" fmla="*/ 451169 h 3770044"/>
              <a:gd name="connsiteX15" fmla="*/ 959379 w 4221268"/>
              <a:gd name="connsiteY15" fmla="*/ 1497659 h 3770044"/>
              <a:gd name="connsiteX16" fmla="*/ 959379 w 4221268"/>
              <a:gd name="connsiteY16" fmla="*/ 3386293 h 377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21268" h="3770044">
                <a:moveTo>
                  <a:pt x="3453765" y="3770045"/>
                </a:moveTo>
                <a:lnTo>
                  <a:pt x="767503" y="3770045"/>
                </a:lnTo>
                <a:cubicBezTo>
                  <a:pt x="661533" y="3770045"/>
                  <a:pt x="575628" y="3684139"/>
                  <a:pt x="575628" y="3578169"/>
                </a:cubicBezTo>
                <a:lnTo>
                  <a:pt x="575628" y="1851287"/>
                </a:lnTo>
                <a:lnTo>
                  <a:pt x="0" y="1851287"/>
                </a:lnTo>
                <a:lnTo>
                  <a:pt x="1981502" y="49956"/>
                </a:lnTo>
                <a:cubicBezTo>
                  <a:pt x="2054706" y="-16652"/>
                  <a:pt x="2166562" y="-16652"/>
                  <a:pt x="2239767" y="49956"/>
                </a:cubicBezTo>
                <a:lnTo>
                  <a:pt x="4221269" y="1851287"/>
                </a:lnTo>
                <a:lnTo>
                  <a:pt x="3645641" y="1851287"/>
                </a:lnTo>
                <a:lnTo>
                  <a:pt x="3645641" y="3578169"/>
                </a:lnTo>
                <a:cubicBezTo>
                  <a:pt x="3645641" y="3684139"/>
                  <a:pt x="3559735" y="3770045"/>
                  <a:pt x="3453765" y="3770045"/>
                </a:cubicBezTo>
                <a:close/>
                <a:moveTo>
                  <a:pt x="959379" y="3386293"/>
                </a:moveTo>
                <a:lnTo>
                  <a:pt x="3261889" y="3386293"/>
                </a:lnTo>
                <a:lnTo>
                  <a:pt x="3261889" y="1497659"/>
                </a:lnTo>
                <a:lnTo>
                  <a:pt x="2110634" y="451169"/>
                </a:lnTo>
                <a:lnTo>
                  <a:pt x="959379" y="1497659"/>
                </a:lnTo>
                <a:lnTo>
                  <a:pt x="959379" y="3386293"/>
                </a:lnTo>
                <a:close/>
              </a:path>
            </a:pathLst>
          </a:custGeom>
          <a:solidFill>
            <a:schemeClr val="bg1"/>
          </a:solidFill>
          <a:ln w="19169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42D2559-573D-43E3-8960-D0A9C9E3D06A}"/>
              </a:ext>
            </a:extLst>
          </p:cNvPr>
          <p:cNvSpPr/>
          <p:nvPr/>
        </p:nvSpPr>
        <p:spPr>
          <a:xfrm rot="16200000">
            <a:off x="533019" y="2627847"/>
            <a:ext cx="415456" cy="442755"/>
          </a:xfrm>
          <a:prstGeom prst="roundRect">
            <a:avLst>
              <a:gd name="adj" fmla="val 26312"/>
            </a:avLst>
          </a:prstGeom>
          <a:solidFill>
            <a:srgbClr val="FFFE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Forma Livre: Forma 81">
            <a:extLst>
              <a:ext uri="{FF2B5EF4-FFF2-40B4-BE49-F238E27FC236}">
                <a16:creationId xmlns:a16="http://schemas.microsoft.com/office/drawing/2014/main" id="{474DC1B7-7065-4D67-9A09-D36DCCFD17CC}"/>
              </a:ext>
            </a:extLst>
          </p:cNvPr>
          <p:cNvSpPr>
            <a:spLocks noChangeAspect="1"/>
          </p:cNvSpPr>
          <p:nvPr/>
        </p:nvSpPr>
        <p:spPr>
          <a:xfrm>
            <a:off x="618408" y="2717631"/>
            <a:ext cx="236374" cy="227440"/>
          </a:xfrm>
          <a:custGeom>
            <a:avLst/>
            <a:gdLst>
              <a:gd name="connsiteX0" fmla="*/ 419629 w 3925001"/>
              <a:gd name="connsiteY0" fmla="*/ 0 h 3776662"/>
              <a:gd name="connsiteX1" fmla="*/ 419629 w 3925001"/>
              <a:gd name="connsiteY1" fmla="*/ 3357033 h 3776662"/>
              <a:gd name="connsiteX2" fmla="*/ 3776663 w 3925001"/>
              <a:gd name="connsiteY2" fmla="*/ 3357033 h 3776662"/>
              <a:gd name="connsiteX3" fmla="*/ 3776663 w 3925001"/>
              <a:gd name="connsiteY3" fmla="*/ 3776663 h 3776662"/>
              <a:gd name="connsiteX4" fmla="*/ 0 w 3925001"/>
              <a:gd name="connsiteY4" fmla="*/ 3776663 h 3776662"/>
              <a:gd name="connsiteX5" fmla="*/ 0 w 3925001"/>
              <a:gd name="connsiteY5" fmla="*/ 0 h 3776662"/>
              <a:gd name="connsiteX6" fmla="*/ 419629 w 3925001"/>
              <a:gd name="connsiteY6" fmla="*/ 0 h 3776662"/>
              <a:gd name="connsiteX7" fmla="*/ 3628324 w 3925001"/>
              <a:gd name="connsiteY7" fmla="*/ 690920 h 3776662"/>
              <a:gd name="connsiteX8" fmla="*/ 3925002 w 3925001"/>
              <a:gd name="connsiteY8" fmla="*/ 987597 h 3776662"/>
              <a:gd name="connsiteX9" fmla="*/ 2727590 w 3925001"/>
              <a:gd name="connsiteY9" fmla="*/ 2185009 h 3776662"/>
              <a:gd name="connsiteX10" fmla="*/ 2098146 w 3925001"/>
              <a:gd name="connsiteY10" fmla="*/ 1555775 h 3776662"/>
              <a:gd name="connsiteX11" fmla="*/ 1197412 w 3925001"/>
              <a:gd name="connsiteY11" fmla="*/ 2456299 h 3776662"/>
              <a:gd name="connsiteX12" fmla="*/ 900734 w 3925001"/>
              <a:gd name="connsiteY12" fmla="*/ 2159622 h 3776662"/>
              <a:gd name="connsiteX13" fmla="*/ 2098146 w 3925001"/>
              <a:gd name="connsiteY13" fmla="*/ 962210 h 3776662"/>
              <a:gd name="connsiteX14" fmla="*/ 2727590 w 3925001"/>
              <a:gd name="connsiteY14" fmla="*/ 1591444 h 3776662"/>
              <a:gd name="connsiteX15" fmla="*/ 3628324 w 3925001"/>
              <a:gd name="connsiteY15" fmla="*/ 690920 h 377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25001" h="3776662">
                <a:moveTo>
                  <a:pt x="419629" y="0"/>
                </a:moveTo>
                <a:lnTo>
                  <a:pt x="419629" y="3357033"/>
                </a:lnTo>
                <a:lnTo>
                  <a:pt x="3776663" y="3357033"/>
                </a:lnTo>
                <a:lnTo>
                  <a:pt x="3776663" y="3776663"/>
                </a:lnTo>
                <a:lnTo>
                  <a:pt x="0" y="3776663"/>
                </a:lnTo>
                <a:lnTo>
                  <a:pt x="0" y="0"/>
                </a:lnTo>
                <a:lnTo>
                  <a:pt x="419629" y="0"/>
                </a:lnTo>
                <a:close/>
                <a:moveTo>
                  <a:pt x="3628324" y="690920"/>
                </a:moveTo>
                <a:lnTo>
                  <a:pt x="3925002" y="987597"/>
                </a:lnTo>
                <a:lnTo>
                  <a:pt x="2727590" y="2185009"/>
                </a:lnTo>
                <a:lnTo>
                  <a:pt x="2098146" y="1555775"/>
                </a:lnTo>
                <a:lnTo>
                  <a:pt x="1197412" y="2456299"/>
                </a:lnTo>
                <a:lnTo>
                  <a:pt x="900734" y="2159622"/>
                </a:lnTo>
                <a:lnTo>
                  <a:pt x="2098146" y="962210"/>
                </a:lnTo>
                <a:lnTo>
                  <a:pt x="2727590" y="1591444"/>
                </a:lnTo>
                <a:lnTo>
                  <a:pt x="3628324" y="690920"/>
                </a:lnTo>
                <a:close/>
              </a:path>
            </a:pathLst>
          </a:custGeom>
          <a:solidFill>
            <a:srgbClr val="FE7D44"/>
          </a:solidFill>
          <a:ln w="2095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8" name="Gráfico 77">
            <a:extLst>
              <a:ext uri="{FF2B5EF4-FFF2-40B4-BE49-F238E27FC236}">
                <a16:creationId xmlns:a16="http://schemas.microsoft.com/office/drawing/2014/main" id="{B70E74AB-AA13-4B13-BC6B-E2ABC0B0DD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5757" y="979350"/>
            <a:ext cx="288000" cy="288000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A8C79F2-4292-4E9C-9C33-D8E7989365B3}"/>
              </a:ext>
            </a:extLst>
          </p:cNvPr>
          <p:cNvSpPr/>
          <p:nvPr/>
        </p:nvSpPr>
        <p:spPr>
          <a:xfrm>
            <a:off x="1297537" y="895160"/>
            <a:ext cx="2544251" cy="2486025"/>
          </a:xfrm>
          <a:prstGeom prst="roundRect">
            <a:avLst>
              <a:gd name="adj" fmla="val 6992"/>
            </a:avLst>
          </a:prstGeom>
          <a:solidFill>
            <a:schemeClr val="accent1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E7405400-E04A-4EF6-BC34-4EB543FF621E}"/>
              </a:ext>
            </a:extLst>
          </p:cNvPr>
          <p:cNvSpPr/>
          <p:nvPr/>
        </p:nvSpPr>
        <p:spPr>
          <a:xfrm>
            <a:off x="1297537" y="3553006"/>
            <a:ext cx="2560093" cy="2857771"/>
          </a:xfrm>
          <a:prstGeom prst="roundRect">
            <a:avLst>
              <a:gd name="adj" fmla="val 6789"/>
            </a:avLst>
          </a:prstGeom>
          <a:solidFill>
            <a:schemeClr val="accent1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EA0579C8-B332-4B98-86AC-2435F061508B}"/>
              </a:ext>
            </a:extLst>
          </p:cNvPr>
          <p:cNvSpPr/>
          <p:nvPr/>
        </p:nvSpPr>
        <p:spPr>
          <a:xfrm>
            <a:off x="4041779" y="895160"/>
            <a:ext cx="2214212" cy="2486025"/>
          </a:xfrm>
          <a:prstGeom prst="roundRect">
            <a:avLst>
              <a:gd name="adj" fmla="val 7850"/>
            </a:avLst>
          </a:prstGeom>
          <a:solidFill>
            <a:schemeClr val="accent1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C9D2C2B-3FFA-411F-B767-D50D5C7F6567}"/>
              </a:ext>
            </a:extLst>
          </p:cNvPr>
          <p:cNvSpPr/>
          <p:nvPr/>
        </p:nvSpPr>
        <p:spPr>
          <a:xfrm>
            <a:off x="9655881" y="895160"/>
            <a:ext cx="2218010" cy="5515617"/>
          </a:xfrm>
          <a:prstGeom prst="roundRect">
            <a:avLst>
              <a:gd name="adj" fmla="val 7837"/>
            </a:avLst>
          </a:prstGeom>
          <a:solidFill>
            <a:srgbClr val="FC814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FBAB9433-D216-4A7A-9FF8-18398875E46A}"/>
              </a:ext>
            </a:extLst>
          </p:cNvPr>
          <p:cNvSpPr/>
          <p:nvPr/>
        </p:nvSpPr>
        <p:spPr>
          <a:xfrm>
            <a:off x="4048129" y="3561547"/>
            <a:ext cx="5417251" cy="2849230"/>
          </a:xfrm>
          <a:prstGeom prst="roundRect">
            <a:avLst>
              <a:gd name="adj" fmla="val 6100"/>
            </a:avLst>
          </a:prstGeom>
          <a:solidFill>
            <a:schemeClr val="accent1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7BBDFD45-AC2B-4B31-8F13-DCCD9988856C}"/>
              </a:ext>
            </a:extLst>
          </p:cNvPr>
          <p:cNvSpPr/>
          <p:nvPr/>
        </p:nvSpPr>
        <p:spPr>
          <a:xfrm>
            <a:off x="6436230" y="888684"/>
            <a:ext cx="3006759" cy="2492501"/>
          </a:xfrm>
          <a:prstGeom prst="roundRect">
            <a:avLst>
              <a:gd name="adj" fmla="val 7850"/>
            </a:avLst>
          </a:prstGeom>
          <a:solidFill>
            <a:schemeClr val="accent1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Agrupar 19" hidden="1">
            <a:extLst>
              <a:ext uri="{FF2B5EF4-FFF2-40B4-BE49-F238E27FC236}">
                <a16:creationId xmlns:a16="http://schemas.microsoft.com/office/drawing/2014/main" id="{CDB20570-C996-4195-9195-54C2B345752F}"/>
              </a:ext>
            </a:extLst>
          </p:cNvPr>
          <p:cNvGrpSpPr/>
          <p:nvPr/>
        </p:nvGrpSpPr>
        <p:grpSpPr>
          <a:xfrm>
            <a:off x="47630" y="228411"/>
            <a:ext cx="11811000" cy="6486525"/>
            <a:chOff x="190500" y="185737"/>
            <a:chExt cx="11811000" cy="6486525"/>
          </a:xfrm>
        </p:grpSpPr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E5F3BE9-B23C-4BC6-B028-0E5845D36367}"/>
                </a:ext>
              </a:extLst>
            </p:cNvPr>
            <p:cNvSpPr/>
            <p:nvPr/>
          </p:nvSpPr>
          <p:spPr>
            <a:xfrm>
              <a:off x="113919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0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A60FD40A-58E9-4E39-9214-D1ECAD766637}"/>
                </a:ext>
              </a:extLst>
            </p:cNvPr>
            <p:cNvSpPr/>
            <p:nvPr/>
          </p:nvSpPr>
          <p:spPr>
            <a:xfrm>
              <a:off x="105918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D1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C8E20343-2873-4E58-8288-1DC181F02FFD}"/>
                </a:ext>
              </a:extLst>
            </p:cNvPr>
            <p:cNvSpPr/>
            <p:nvPr/>
          </p:nvSpPr>
          <p:spPr>
            <a:xfrm>
              <a:off x="97917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DB2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A74DB95C-CFA7-470A-B34D-6023EB55A5EB}"/>
                </a:ext>
              </a:extLst>
            </p:cNvPr>
            <p:cNvSpPr/>
            <p:nvPr/>
          </p:nvSpPr>
          <p:spPr>
            <a:xfrm>
              <a:off x="89916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C837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BB47D4CF-C135-4590-9B65-A264F4BAA782}"/>
                </a:ext>
              </a:extLst>
            </p:cNvPr>
            <p:cNvSpPr/>
            <p:nvPr/>
          </p:nvSpPr>
          <p:spPr>
            <a:xfrm>
              <a:off x="81915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B649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F0664D77-92D8-4375-B75F-05269A87DBC6}"/>
                </a:ext>
              </a:extLst>
            </p:cNvPr>
            <p:cNvSpPr/>
            <p:nvPr/>
          </p:nvSpPr>
          <p:spPr>
            <a:xfrm>
              <a:off x="73914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A45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B8E7B8C2-5FDA-4733-A12B-F3763BE8819B}"/>
                </a:ext>
              </a:extLst>
            </p:cNvPr>
            <p:cNvSpPr/>
            <p:nvPr/>
          </p:nvSpPr>
          <p:spPr>
            <a:xfrm>
              <a:off x="65913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926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13103390-3317-42E4-B324-6D2C974AC46C}"/>
                </a:ext>
              </a:extLst>
            </p:cNvPr>
            <p:cNvSpPr/>
            <p:nvPr/>
          </p:nvSpPr>
          <p:spPr>
            <a:xfrm>
              <a:off x="57912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808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0730D1FC-87F3-4E39-9BB4-3A3D5F874A73}"/>
                </a:ext>
              </a:extLst>
            </p:cNvPr>
            <p:cNvSpPr/>
            <p:nvPr/>
          </p:nvSpPr>
          <p:spPr>
            <a:xfrm>
              <a:off x="49911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6D9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1ACDAB1B-3242-4B42-A37B-9E8756CCEC26}"/>
                </a:ext>
              </a:extLst>
            </p:cNvPr>
            <p:cNvSpPr/>
            <p:nvPr/>
          </p:nvSpPr>
          <p:spPr>
            <a:xfrm>
              <a:off x="41910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5BA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0944ACA-5736-4FBE-AB6A-75EB11C5DE12}"/>
                </a:ext>
              </a:extLst>
            </p:cNvPr>
            <p:cNvSpPr/>
            <p:nvPr/>
          </p:nvSpPr>
          <p:spPr>
            <a:xfrm>
              <a:off x="33909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9B6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4409276D-CCF6-4BE4-AFDA-7E0A026194A9}"/>
                </a:ext>
              </a:extLst>
            </p:cNvPr>
            <p:cNvSpPr/>
            <p:nvPr/>
          </p:nvSpPr>
          <p:spPr>
            <a:xfrm>
              <a:off x="25908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7C8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86F0E741-FFCD-44F0-9F67-E08A7DFF183B}"/>
                </a:ext>
              </a:extLst>
            </p:cNvPr>
            <p:cNvSpPr/>
            <p:nvPr/>
          </p:nvSpPr>
          <p:spPr>
            <a:xfrm>
              <a:off x="17907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24D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14E796D-BFD1-44D8-9477-0A26A572C07A}"/>
                </a:ext>
              </a:extLst>
            </p:cNvPr>
            <p:cNvSpPr/>
            <p:nvPr/>
          </p:nvSpPr>
          <p:spPr>
            <a:xfrm>
              <a:off x="9906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2E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BCE5AF7-5404-4714-9870-48132D7EADB9}"/>
                </a:ext>
              </a:extLst>
            </p:cNvPr>
            <p:cNvSpPr/>
            <p:nvPr/>
          </p:nvSpPr>
          <p:spPr>
            <a:xfrm>
              <a:off x="190500" y="85248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C640D468-3279-4B7B-ADE2-4CDC92E2C469}"/>
                </a:ext>
              </a:extLst>
            </p:cNvPr>
            <p:cNvSpPr/>
            <p:nvPr/>
          </p:nvSpPr>
          <p:spPr>
            <a:xfrm>
              <a:off x="113919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0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8465132-8B68-449B-9E33-3254A95818AF}"/>
                </a:ext>
              </a:extLst>
            </p:cNvPr>
            <p:cNvSpPr/>
            <p:nvPr/>
          </p:nvSpPr>
          <p:spPr>
            <a:xfrm>
              <a:off x="105918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D1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588A4083-891F-472A-9BC6-5C19E4D0E229}"/>
                </a:ext>
              </a:extLst>
            </p:cNvPr>
            <p:cNvSpPr/>
            <p:nvPr/>
          </p:nvSpPr>
          <p:spPr>
            <a:xfrm>
              <a:off x="97917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DB2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96C4251-26E8-452B-B2F6-53A3F116D857}"/>
                </a:ext>
              </a:extLst>
            </p:cNvPr>
            <p:cNvSpPr/>
            <p:nvPr/>
          </p:nvSpPr>
          <p:spPr>
            <a:xfrm>
              <a:off x="89916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C837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F41BAAA7-E86A-45E7-88DA-06C76E4A14E2}"/>
                </a:ext>
              </a:extLst>
            </p:cNvPr>
            <p:cNvSpPr/>
            <p:nvPr/>
          </p:nvSpPr>
          <p:spPr>
            <a:xfrm>
              <a:off x="81915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B649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CA19E00C-71AC-4C5F-9C48-D83E283C1AD1}"/>
                </a:ext>
              </a:extLst>
            </p:cNvPr>
            <p:cNvSpPr/>
            <p:nvPr/>
          </p:nvSpPr>
          <p:spPr>
            <a:xfrm>
              <a:off x="73914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A45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ECE98266-6DA3-43F3-9A2D-8B4FADBC29F2}"/>
                </a:ext>
              </a:extLst>
            </p:cNvPr>
            <p:cNvSpPr/>
            <p:nvPr/>
          </p:nvSpPr>
          <p:spPr>
            <a:xfrm>
              <a:off x="65913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926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D2E5EC92-C48C-4824-BD52-32299515D530}"/>
                </a:ext>
              </a:extLst>
            </p:cNvPr>
            <p:cNvSpPr/>
            <p:nvPr/>
          </p:nvSpPr>
          <p:spPr>
            <a:xfrm>
              <a:off x="57912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808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782BC586-BF48-4730-9C6F-A6882484FA9F}"/>
                </a:ext>
              </a:extLst>
            </p:cNvPr>
            <p:cNvSpPr/>
            <p:nvPr/>
          </p:nvSpPr>
          <p:spPr>
            <a:xfrm>
              <a:off x="49911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6D9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35F88D00-8001-46A8-9AB6-4078DFA9C53F}"/>
                </a:ext>
              </a:extLst>
            </p:cNvPr>
            <p:cNvSpPr/>
            <p:nvPr/>
          </p:nvSpPr>
          <p:spPr>
            <a:xfrm>
              <a:off x="41910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5BA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AE34448-B67B-46D6-B05D-5E2E3D0BE1EE}"/>
                </a:ext>
              </a:extLst>
            </p:cNvPr>
            <p:cNvSpPr/>
            <p:nvPr/>
          </p:nvSpPr>
          <p:spPr>
            <a:xfrm>
              <a:off x="33909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9B6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C69F8667-3E10-42B3-9A6B-31ED438D2E62}"/>
                </a:ext>
              </a:extLst>
            </p:cNvPr>
            <p:cNvSpPr/>
            <p:nvPr/>
          </p:nvSpPr>
          <p:spPr>
            <a:xfrm>
              <a:off x="25908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7C8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C9B45BFF-2D6B-4E93-80BF-8F6220A6D746}"/>
                </a:ext>
              </a:extLst>
            </p:cNvPr>
            <p:cNvSpPr/>
            <p:nvPr/>
          </p:nvSpPr>
          <p:spPr>
            <a:xfrm>
              <a:off x="17907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24D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C071E423-C8BC-4712-A0EB-2E493B76DC95}"/>
                </a:ext>
              </a:extLst>
            </p:cNvPr>
            <p:cNvSpPr/>
            <p:nvPr/>
          </p:nvSpPr>
          <p:spPr>
            <a:xfrm>
              <a:off x="9906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2E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92E763F-93C2-4811-B421-089F1FEAB197}"/>
                </a:ext>
              </a:extLst>
            </p:cNvPr>
            <p:cNvSpPr/>
            <p:nvPr/>
          </p:nvSpPr>
          <p:spPr>
            <a:xfrm>
              <a:off x="190500" y="1528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355CA8B-990A-4B64-B97F-693BE52766C4}"/>
                </a:ext>
              </a:extLst>
            </p:cNvPr>
            <p:cNvSpPr/>
            <p:nvPr/>
          </p:nvSpPr>
          <p:spPr>
            <a:xfrm>
              <a:off x="113919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0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CD44077B-4698-4BFE-BBED-B0659B9FC1E2}"/>
                </a:ext>
              </a:extLst>
            </p:cNvPr>
            <p:cNvSpPr/>
            <p:nvPr/>
          </p:nvSpPr>
          <p:spPr>
            <a:xfrm>
              <a:off x="105918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D1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DC78B6A8-3CC2-4649-BDD6-78BC81D4EF4A}"/>
                </a:ext>
              </a:extLst>
            </p:cNvPr>
            <p:cNvSpPr/>
            <p:nvPr/>
          </p:nvSpPr>
          <p:spPr>
            <a:xfrm>
              <a:off x="97917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DB2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F355CADE-2B25-4889-B6BA-1B46D896BFD3}"/>
                </a:ext>
              </a:extLst>
            </p:cNvPr>
            <p:cNvSpPr/>
            <p:nvPr/>
          </p:nvSpPr>
          <p:spPr>
            <a:xfrm>
              <a:off x="89916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C837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E185E9BC-FB7C-4647-B2A2-E3567A95C2C4}"/>
                </a:ext>
              </a:extLst>
            </p:cNvPr>
            <p:cNvSpPr/>
            <p:nvPr/>
          </p:nvSpPr>
          <p:spPr>
            <a:xfrm>
              <a:off x="81915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B649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5B3AF7C3-F290-49EE-BD08-4CAA2231D51B}"/>
                </a:ext>
              </a:extLst>
            </p:cNvPr>
            <p:cNvSpPr/>
            <p:nvPr/>
          </p:nvSpPr>
          <p:spPr>
            <a:xfrm>
              <a:off x="73914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A45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9BF0212D-973F-4EEF-8B0E-749C9DAC99DE}"/>
                </a:ext>
              </a:extLst>
            </p:cNvPr>
            <p:cNvSpPr/>
            <p:nvPr/>
          </p:nvSpPr>
          <p:spPr>
            <a:xfrm>
              <a:off x="65913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926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62F72317-7BE3-4FE0-89E1-1B698E727D31}"/>
                </a:ext>
              </a:extLst>
            </p:cNvPr>
            <p:cNvSpPr/>
            <p:nvPr/>
          </p:nvSpPr>
          <p:spPr>
            <a:xfrm>
              <a:off x="57912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808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CECFB2BF-E581-4AA4-9C8C-1E6B4BBA0A83}"/>
                </a:ext>
              </a:extLst>
            </p:cNvPr>
            <p:cNvSpPr/>
            <p:nvPr/>
          </p:nvSpPr>
          <p:spPr>
            <a:xfrm>
              <a:off x="49911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6D9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5937E60F-6293-4CE9-ABDF-DAA4DE99217F}"/>
                </a:ext>
              </a:extLst>
            </p:cNvPr>
            <p:cNvSpPr/>
            <p:nvPr/>
          </p:nvSpPr>
          <p:spPr>
            <a:xfrm>
              <a:off x="41910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5BA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48718A2A-940C-43FA-B54E-7233202C973B}"/>
                </a:ext>
              </a:extLst>
            </p:cNvPr>
            <p:cNvSpPr/>
            <p:nvPr/>
          </p:nvSpPr>
          <p:spPr>
            <a:xfrm>
              <a:off x="33909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9B6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E457752B-CB6D-47D2-889C-100FA31019D0}"/>
                </a:ext>
              </a:extLst>
            </p:cNvPr>
            <p:cNvSpPr/>
            <p:nvPr/>
          </p:nvSpPr>
          <p:spPr>
            <a:xfrm>
              <a:off x="25908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7C8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8FB8A041-8915-4286-B2D4-4DE9EA25FE5D}"/>
                </a:ext>
              </a:extLst>
            </p:cNvPr>
            <p:cNvSpPr/>
            <p:nvPr/>
          </p:nvSpPr>
          <p:spPr>
            <a:xfrm>
              <a:off x="17907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24D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624F36CE-53F0-4E35-BBE0-98644CAE2200}"/>
                </a:ext>
              </a:extLst>
            </p:cNvPr>
            <p:cNvSpPr/>
            <p:nvPr/>
          </p:nvSpPr>
          <p:spPr>
            <a:xfrm>
              <a:off x="9906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2E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FB72E1B2-A717-4B07-A93A-9EA79CD8D10A}"/>
                </a:ext>
              </a:extLst>
            </p:cNvPr>
            <p:cNvSpPr/>
            <p:nvPr/>
          </p:nvSpPr>
          <p:spPr>
            <a:xfrm>
              <a:off x="190500" y="2195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9DB38D65-46F4-4C2F-A4F5-C48EBC364351}"/>
                </a:ext>
              </a:extLst>
            </p:cNvPr>
            <p:cNvSpPr/>
            <p:nvPr/>
          </p:nvSpPr>
          <p:spPr>
            <a:xfrm>
              <a:off x="113919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0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FB8326AB-80C8-4A0F-8A18-2AA4F506E013}"/>
                </a:ext>
              </a:extLst>
            </p:cNvPr>
            <p:cNvSpPr/>
            <p:nvPr/>
          </p:nvSpPr>
          <p:spPr>
            <a:xfrm>
              <a:off x="105918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D1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3EA70B5E-8050-4E3F-8DF8-356E4DD03FD1}"/>
                </a:ext>
              </a:extLst>
            </p:cNvPr>
            <p:cNvSpPr/>
            <p:nvPr/>
          </p:nvSpPr>
          <p:spPr>
            <a:xfrm>
              <a:off x="97917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DB2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2E0C851F-D626-4856-A056-FD8152537580}"/>
                </a:ext>
              </a:extLst>
            </p:cNvPr>
            <p:cNvSpPr/>
            <p:nvPr/>
          </p:nvSpPr>
          <p:spPr>
            <a:xfrm>
              <a:off x="89916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C837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1AFE0F97-A16A-4221-B749-D9214639C7CF}"/>
                </a:ext>
              </a:extLst>
            </p:cNvPr>
            <p:cNvSpPr/>
            <p:nvPr/>
          </p:nvSpPr>
          <p:spPr>
            <a:xfrm>
              <a:off x="81915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B649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orma Livre: Forma 84">
              <a:extLst>
                <a:ext uri="{FF2B5EF4-FFF2-40B4-BE49-F238E27FC236}">
                  <a16:creationId xmlns:a16="http://schemas.microsoft.com/office/drawing/2014/main" id="{684F2488-EB50-4FB8-A567-5BB006159475}"/>
                </a:ext>
              </a:extLst>
            </p:cNvPr>
            <p:cNvSpPr/>
            <p:nvPr/>
          </p:nvSpPr>
          <p:spPr>
            <a:xfrm>
              <a:off x="73914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A45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orma Livre: Forma 85">
              <a:extLst>
                <a:ext uri="{FF2B5EF4-FFF2-40B4-BE49-F238E27FC236}">
                  <a16:creationId xmlns:a16="http://schemas.microsoft.com/office/drawing/2014/main" id="{FCCF9E69-5C65-4211-840D-C3F7659BDCE8}"/>
                </a:ext>
              </a:extLst>
            </p:cNvPr>
            <p:cNvSpPr/>
            <p:nvPr/>
          </p:nvSpPr>
          <p:spPr>
            <a:xfrm>
              <a:off x="65913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926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orma Livre: Forma 86">
              <a:extLst>
                <a:ext uri="{FF2B5EF4-FFF2-40B4-BE49-F238E27FC236}">
                  <a16:creationId xmlns:a16="http://schemas.microsoft.com/office/drawing/2014/main" id="{20EF1FBC-53D2-49F5-8300-BED11A36AF11}"/>
                </a:ext>
              </a:extLst>
            </p:cNvPr>
            <p:cNvSpPr/>
            <p:nvPr/>
          </p:nvSpPr>
          <p:spPr>
            <a:xfrm>
              <a:off x="57912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808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73AB6E41-806D-4C31-9B1E-F854BCEF871E}"/>
                </a:ext>
              </a:extLst>
            </p:cNvPr>
            <p:cNvSpPr/>
            <p:nvPr/>
          </p:nvSpPr>
          <p:spPr>
            <a:xfrm>
              <a:off x="49911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6D9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C8A42D87-3C5E-4E09-A89B-933773B04243}"/>
                </a:ext>
              </a:extLst>
            </p:cNvPr>
            <p:cNvSpPr/>
            <p:nvPr/>
          </p:nvSpPr>
          <p:spPr>
            <a:xfrm>
              <a:off x="41910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5BA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FBF5E84-91C4-4FC5-897C-D0D98D85B107}"/>
                </a:ext>
              </a:extLst>
            </p:cNvPr>
            <p:cNvSpPr/>
            <p:nvPr/>
          </p:nvSpPr>
          <p:spPr>
            <a:xfrm>
              <a:off x="33909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9B6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531AFAB1-7213-46BD-9F9F-C5431B43BA54}"/>
                </a:ext>
              </a:extLst>
            </p:cNvPr>
            <p:cNvSpPr/>
            <p:nvPr/>
          </p:nvSpPr>
          <p:spPr>
            <a:xfrm>
              <a:off x="25908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7C8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Forma Livre: Forma 92">
              <a:extLst>
                <a:ext uri="{FF2B5EF4-FFF2-40B4-BE49-F238E27FC236}">
                  <a16:creationId xmlns:a16="http://schemas.microsoft.com/office/drawing/2014/main" id="{CC99F8F2-11CD-4CEC-A7E8-ACA22918A5D4}"/>
                </a:ext>
              </a:extLst>
            </p:cNvPr>
            <p:cNvSpPr/>
            <p:nvPr/>
          </p:nvSpPr>
          <p:spPr>
            <a:xfrm>
              <a:off x="17907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24D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orma Livre: Forma 93">
              <a:extLst>
                <a:ext uri="{FF2B5EF4-FFF2-40B4-BE49-F238E27FC236}">
                  <a16:creationId xmlns:a16="http://schemas.microsoft.com/office/drawing/2014/main" id="{AE25D671-DD80-4D15-81CB-A1420049C1E4}"/>
                </a:ext>
              </a:extLst>
            </p:cNvPr>
            <p:cNvSpPr/>
            <p:nvPr/>
          </p:nvSpPr>
          <p:spPr>
            <a:xfrm>
              <a:off x="9906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2E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orma Livre: Forma 94">
              <a:extLst>
                <a:ext uri="{FF2B5EF4-FFF2-40B4-BE49-F238E27FC236}">
                  <a16:creationId xmlns:a16="http://schemas.microsoft.com/office/drawing/2014/main" id="{79269B67-3A9C-4A2B-9888-E78B6A549865}"/>
                </a:ext>
              </a:extLst>
            </p:cNvPr>
            <p:cNvSpPr/>
            <p:nvPr/>
          </p:nvSpPr>
          <p:spPr>
            <a:xfrm>
              <a:off x="190500" y="2862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orma Livre: Forma 95">
              <a:extLst>
                <a:ext uri="{FF2B5EF4-FFF2-40B4-BE49-F238E27FC236}">
                  <a16:creationId xmlns:a16="http://schemas.microsoft.com/office/drawing/2014/main" id="{195C43A8-613B-4B2E-88C5-04BB4E7653AD}"/>
                </a:ext>
              </a:extLst>
            </p:cNvPr>
            <p:cNvSpPr/>
            <p:nvPr/>
          </p:nvSpPr>
          <p:spPr>
            <a:xfrm>
              <a:off x="113919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0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orma Livre: Forma 96">
              <a:extLst>
                <a:ext uri="{FF2B5EF4-FFF2-40B4-BE49-F238E27FC236}">
                  <a16:creationId xmlns:a16="http://schemas.microsoft.com/office/drawing/2014/main" id="{F2D9BB70-3353-42DE-9809-E9501C55E58A}"/>
                </a:ext>
              </a:extLst>
            </p:cNvPr>
            <p:cNvSpPr/>
            <p:nvPr/>
          </p:nvSpPr>
          <p:spPr>
            <a:xfrm>
              <a:off x="105918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D1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A5C1453D-1DE3-4394-9700-20A7495FB7FA}"/>
                </a:ext>
              </a:extLst>
            </p:cNvPr>
            <p:cNvSpPr/>
            <p:nvPr/>
          </p:nvSpPr>
          <p:spPr>
            <a:xfrm>
              <a:off x="97917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DB2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4E38053F-3EE5-4002-9889-52565B99C8A3}"/>
                </a:ext>
              </a:extLst>
            </p:cNvPr>
            <p:cNvSpPr/>
            <p:nvPr/>
          </p:nvSpPr>
          <p:spPr>
            <a:xfrm>
              <a:off x="89916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C837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2A69BF7A-03E0-4057-949A-1682CCCD02C3}"/>
                </a:ext>
              </a:extLst>
            </p:cNvPr>
            <p:cNvSpPr/>
            <p:nvPr/>
          </p:nvSpPr>
          <p:spPr>
            <a:xfrm>
              <a:off x="81915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B649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680464EB-0430-4FAB-ADF1-8E87933F47B7}"/>
                </a:ext>
              </a:extLst>
            </p:cNvPr>
            <p:cNvSpPr/>
            <p:nvPr/>
          </p:nvSpPr>
          <p:spPr>
            <a:xfrm>
              <a:off x="73914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A45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53E10BC9-C359-4104-8EE7-0DCB01228234}"/>
                </a:ext>
              </a:extLst>
            </p:cNvPr>
            <p:cNvSpPr/>
            <p:nvPr/>
          </p:nvSpPr>
          <p:spPr>
            <a:xfrm>
              <a:off x="65913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926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E5B1D554-819E-4545-B4A9-9F649C5D3293}"/>
                </a:ext>
              </a:extLst>
            </p:cNvPr>
            <p:cNvSpPr/>
            <p:nvPr/>
          </p:nvSpPr>
          <p:spPr>
            <a:xfrm>
              <a:off x="57912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808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94C35295-A2BA-4079-8A46-DB9A3344BD14}"/>
                </a:ext>
              </a:extLst>
            </p:cNvPr>
            <p:cNvSpPr/>
            <p:nvPr/>
          </p:nvSpPr>
          <p:spPr>
            <a:xfrm>
              <a:off x="49911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6D9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B09AE396-AF2B-4020-BBB0-BFA4E1EEFFC3}"/>
                </a:ext>
              </a:extLst>
            </p:cNvPr>
            <p:cNvSpPr/>
            <p:nvPr/>
          </p:nvSpPr>
          <p:spPr>
            <a:xfrm>
              <a:off x="41910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5BA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FD20F402-3F19-42C0-81FF-C8F5E0AE1951}"/>
                </a:ext>
              </a:extLst>
            </p:cNvPr>
            <p:cNvSpPr/>
            <p:nvPr/>
          </p:nvSpPr>
          <p:spPr>
            <a:xfrm>
              <a:off x="33909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9B6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F7C8CB3-7219-441B-BF51-A8B260C53AA3}"/>
                </a:ext>
              </a:extLst>
            </p:cNvPr>
            <p:cNvSpPr/>
            <p:nvPr/>
          </p:nvSpPr>
          <p:spPr>
            <a:xfrm>
              <a:off x="25908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7C8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B9E26197-803B-4E3F-A4BC-5A2152098AAB}"/>
                </a:ext>
              </a:extLst>
            </p:cNvPr>
            <p:cNvSpPr/>
            <p:nvPr/>
          </p:nvSpPr>
          <p:spPr>
            <a:xfrm>
              <a:off x="17907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24D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AF5BD646-FA89-49F0-83FD-EAAED2BF1E02}"/>
                </a:ext>
              </a:extLst>
            </p:cNvPr>
            <p:cNvSpPr/>
            <p:nvPr/>
          </p:nvSpPr>
          <p:spPr>
            <a:xfrm>
              <a:off x="9906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2E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A8A1DFC7-EC3A-4459-B7ED-6F16F8DE0D4F}"/>
                </a:ext>
              </a:extLst>
            </p:cNvPr>
            <p:cNvSpPr/>
            <p:nvPr/>
          </p:nvSpPr>
          <p:spPr>
            <a:xfrm>
              <a:off x="190500" y="3529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26A87D7-47B7-4455-84FD-C95456850955}"/>
                </a:ext>
              </a:extLst>
            </p:cNvPr>
            <p:cNvSpPr/>
            <p:nvPr/>
          </p:nvSpPr>
          <p:spPr>
            <a:xfrm>
              <a:off x="113919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0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4AA0E49E-C8DF-418E-986A-9F283002EA14}"/>
                </a:ext>
              </a:extLst>
            </p:cNvPr>
            <p:cNvSpPr/>
            <p:nvPr/>
          </p:nvSpPr>
          <p:spPr>
            <a:xfrm>
              <a:off x="105918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D1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FE6E812-1513-4DA7-9BAB-CA276E5D6BF6}"/>
                </a:ext>
              </a:extLst>
            </p:cNvPr>
            <p:cNvSpPr/>
            <p:nvPr/>
          </p:nvSpPr>
          <p:spPr>
            <a:xfrm>
              <a:off x="97917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DB2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23CDB7C7-A261-4236-B3A7-C89B878F2279}"/>
                </a:ext>
              </a:extLst>
            </p:cNvPr>
            <p:cNvSpPr/>
            <p:nvPr/>
          </p:nvSpPr>
          <p:spPr>
            <a:xfrm>
              <a:off x="89916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C837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2F5DB4A0-036E-49B9-A9E1-2E52F11109AF}"/>
                </a:ext>
              </a:extLst>
            </p:cNvPr>
            <p:cNvSpPr/>
            <p:nvPr/>
          </p:nvSpPr>
          <p:spPr>
            <a:xfrm>
              <a:off x="81915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B649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2036F56B-C5AB-40F9-B4CA-ECBE5C3388FD}"/>
                </a:ext>
              </a:extLst>
            </p:cNvPr>
            <p:cNvSpPr/>
            <p:nvPr/>
          </p:nvSpPr>
          <p:spPr>
            <a:xfrm>
              <a:off x="73914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A45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A89FAAB4-C1F7-4181-96D1-4CDFB062D3DF}"/>
                </a:ext>
              </a:extLst>
            </p:cNvPr>
            <p:cNvSpPr/>
            <p:nvPr/>
          </p:nvSpPr>
          <p:spPr>
            <a:xfrm>
              <a:off x="65913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926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03D62110-70EB-4692-A120-942B35E1FF42}"/>
                </a:ext>
              </a:extLst>
            </p:cNvPr>
            <p:cNvSpPr/>
            <p:nvPr/>
          </p:nvSpPr>
          <p:spPr>
            <a:xfrm>
              <a:off x="57912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808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E507BE3D-3963-4EC5-9257-D0A9EBBCB778}"/>
                </a:ext>
              </a:extLst>
            </p:cNvPr>
            <p:cNvSpPr/>
            <p:nvPr/>
          </p:nvSpPr>
          <p:spPr>
            <a:xfrm>
              <a:off x="49911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6D9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2CDBCF39-393F-40A9-AB45-FF7B41D14E86}"/>
                </a:ext>
              </a:extLst>
            </p:cNvPr>
            <p:cNvSpPr/>
            <p:nvPr/>
          </p:nvSpPr>
          <p:spPr>
            <a:xfrm>
              <a:off x="41910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5BA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720E5928-B8EF-45B3-B9D2-2DE80A67D7E2}"/>
                </a:ext>
              </a:extLst>
            </p:cNvPr>
            <p:cNvSpPr/>
            <p:nvPr/>
          </p:nvSpPr>
          <p:spPr>
            <a:xfrm>
              <a:off x="33909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9B6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BE80414F-9BCD-4958-BE86-6357A848F71C}"/>
                </a:ext>
              </a:extLst>
            </p:cNvPr>
            <p:cNvSpPr/>
            <p:nvPr/>
          </p:nvSpPr>
          <p:spPr>
            <a:xfrm>
              <a:off x="25908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7C8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C9E5E9A7-76E0-431C-BB86-F8A1268344F0}"/>
                </a:ext>
              </a:extLst>
            </p:cNvPr>
            <p:cNvSpPr/>
            <p:nvPr/>
          </p:nvSpPr>
          <p:spPr>
            <a:xfrm>
              <a:off x="17907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24D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6AD2604C-14C8-4DDA-B6A4-DFE926222177}"/>
                </a:ext>
              </a:extLst>
            </p:cNvPr>
            <p:cNvSpPr/>
            <p:nvPr/>
          </p:nvSpPr>
          <p:spPr>
            <a:xfrm>
              <a:off x="9906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2E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DC535EF1-C2F7-41D3-BB57-FFF5B15B1486}"/>
                </a:ext>
              </a:extLst>
            </p:cNvPr>
            <p:cNvSpPr/>
            <p:nvPr/>
          </p:nvSpPr>
          <p:spPr>
            <a:xfrm>
              <a:off x="190500" y="41957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17A968BC-E7E6-432E-817E-9E2AA96F6F92}"/>
                </a:ext>
              </a:extLst>
            </p:cNvPr>
            <p:cNvSpPr/>
            <p:nvPr/>
          </p:nvSpPr>
          <p:spPr>
            <a:xfrm>
              <a:off x="113919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0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2E33422B-F6BE-4FB4-B1F3-EBF3E871D5FD}"/>
                </a:ext>
              </a:extLst>
            </p:cNvPr>
            <p:cNvSpPr/>
            <p:nvPr/>
          </p:nvSpPr>
          <p:spPr>
            <a:xfrm>
              <a:off x="105918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D1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07D96C8-9226-4512-BFC4-758A9698FC86}"/>
                </a:ext>
              </a:extLst>
            </p:cNvPr>
            <p:cNvSpPr/>
            <p:nvPr/>
          </p:nvSpPr>
          <p:spPr>
            <a:xfrm>
              <a:off x="97917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DB2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9E5124FC-8015-4096-BFF4-62D8F31B6205}"/>
                </a:ext>
              </a:extLst>
            </p:cNvPr>
            <p:cNvSpPr/>
            <p:nvPr/>
          </p:nvSpPr>
          <p:spPr>
            <a:xfrm>
              <a:off x="89916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C837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84520595-DA2A-4C1A-9CEC-A5AC499AB7EC}"/>
                </a:ext>
              </a:extLst>
            </p:cNvPr>
            <p:cNvSpPr/>
            <p:nvPr/>
          </p:nvSpPr>
          <p:spPr>
            <a:xfrm>
              <a:off x="81915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B649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0B5F434D-C211-4CAB-8CC1-1C6D1AD18A94}"/>
                </a:ext>
              </a:extLst>
            </p:cNvPr>
            <p:cNvSpPr/>
            <p:nvPr/>
          </p:nvSpPr>
          <p:spPr>
            <a:xfrm>
              <a:off x="73914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A45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224CC25D-B5F3-4766-B04C-EDC233CFCE7E}"/>
                </a:ext>
              </a:extLst>
            </p:cNvPr>
            <p:cNvSpPr/>
            <p:nvPr/>
          </p:nvSpPr>
          <p:spPr>
            <a:xfrm>
              <a:off x="65913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926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B50F737E-48E9-4F99-A041-C011E73A287F}"/>
                </a:ext>
              </a:extLst>
            </p:cNvPr>
            <p:cNvSpPr/>
            <p:nvPr/>
          </p:nvSpPr>
          <p:spPr>
            <a:xfrm>
              <a:off x="57912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808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D204D338-D8DC-4151-8611-A09394E0B012}"/>
                </a:ext>
              </a:extLst>
            </p:cNvPr>
            <p:cNvSpPr/>
            <p:nvPr/>
          </p:nvSpPr>
          <p:spPr>
            <a:xfrm>
              <a:off x="49911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6D9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6A269F97-CC95-48AA-AE48-602372AB0669}"/>
                </a:ext>
              </a:extLst>
            </p:cNvPr>
            <p:cNvSpPr/>
            <p:nvPr/>
          </p:nvSpPr>
          <p:spPr>
            <a:xfrm>
              <a:off x="41910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5BA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C78CDDD3-FC04-4872-B6BF-E6BFCCC977B0}"/>
                </a:ext>
              </a:extLst>
            </p:cNvPr>
            <p:cNvSpPr/>
            <p:nvPr/>
          </p:nvSpPr>
          <p:spPr>
            <a:xfrm>
              <a:off x="33909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9B6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orma Livre: Forma 136">
              <a:extLst>
                <a:ext uri="{FF2B5EF4-FFF2-40B4-BE49-F238E27FC236}">
                  <a16:creationId xmlns:a16="http://schemas.microsoft.com/office/drawing/2014/main" id="{F9F5AFC0-95AE-48BA-9F00-E47BD9B207FE}"/>
                </a:ext>
              </a:extLst>
            </p:cNvPr>
            <p:cNvSpPr/>
            <p:nvPr/>
          </p:nvSpPr>
          <p:spPr>
            <a:xfrm>
              <a:off x="25908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7C8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F5626D51-EF0E-46C7-B634-14B7F3849E91}"/>
                </a:ext>
              </a:extLst>
            </p:cNvPr>
            <p:cNvSpPr/>
            <p:nvPr/>
          </p:nvSpPr>
          <p:spPr>
            <a:xfrm>
              <a:off x="17907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24D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3A63F9D2-F300-4AA7-8B4F-B7923D20161F}"/>
                </a:ext>
              </a:extLst>
            </p:cNvPr>
            <p:cNvSpPr/>
            <p:nvPr/>
          </p:nvSpPr>
          <p:spPr>
            <a:xfrm>
              <a:off x="9906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2E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42D6AE0D-552A-4C74-9C62-A66FAE38292A}"/>
                </a:ext>
              </a:extLst>
            </p:cNvPr>
            <p:cNvSpPr/>
            <p:nvPr/>
          </p:nvSpPr>
          <p:spPr>
            <a:xfrm>
              <a:off x="190500" y="48625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8B8614DE-AE00-4A65-924B-CA364DB08E20}"/>
                </a:ext>
              </a:extLst>
            </p:cNvPr>
            <p:cNvSpPr/>
            <p:nvPr/>
          </p:nvSpPr>
          <p:spPr>
            <a:xfrm>
              <a:off x="113919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0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0B45F7D-EE0F-4C8C-B25C-89BB4E19D252}"/>
                </a:ext>
              </a:extLst>
            </p:cNvPr>
            <p:cNvSpPr/>
            <p:nvPr/>
          </p:nvSpPr>
          <p:spPr>
            <a:xfrm>
              <a:off x="105918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D1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72F3EA22-2D83-478D-BA85-2EAD0673F5A2}"/>
                </a:ext>
              </a:extLst>
            </p:cNvPr>
            <p:cNvSpPr/>
            <p:nvPr/>
          </p:nvSpPr>
          <p:spPr>
            <a:xfrm>
              <a:off x="97917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DB2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orma Livre: Forma 143">
              <a:extLst>
                <a:ext uri="{FF2B5EF4-FFF2-40B4-BE49-F238E27FC236}">
                  <a16:creationId xmlns:a16="http://schemas.microsoft.com/office/drawing/2014/main" id="{34E02A58-8C4E-4EF9-B72D-BB915C7259D3}"/>
                </a:ext>
              </a:extLst>
            </p:cNvPr>
            <p:cNvSpPr/>
            <p:nvPr/>
          </p:nvSpPr>
          <p:spPr>
            <a:xfrm>
              <a:off x="89916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C837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orma Livre: Forma 144">
              <a:extLst>
                <a:ext uri="{FF2B5EF4-FFF2-40B4-BE49-F238E27FC236}">
                  <a16:creationId xmlns:a16="http://schemas.microsoft.com/office/drawing/2014/main" id="{114DE370-8C72-42D7-8EAA-E4B1C3370CC8}"/>
                </a:ext>
              </a:extLst>
            </p:cNvPr>
            <p:cNvSpPr/>
            <p:nvPr/>
          </p:nvSpPr>
          <p:spPr>
            <a:xfrm>
              <a:off x="81915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B649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Forma Livre: Forma 145">
              <a:extLst>
                <a:ext uri="{FF2B5EF4-FFF2-40B4-BE49-F238E27FC236}">
                  <a16:creationId xmlns:a16="http://schemas.microsoft.com/office/drawing/2014/main" id="{0B659948-B981-457C-A39B-D5C7CF8243B7}"/>
                </a:ext>
              </a:extLst>
            </p:cNvPr>
            <p:cNvSpPr/>
            <p:nvPr/>
          </p:nvSpPr>
          <p:spPr>
            <a:xfrm>
              <a:off x="73914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A45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Forma Livre: Forma 146">
              <a:extLst>
                <a:ext uri="{FF2B5EF4-FFF2-40B4-BE49-F238E27FC236}">
                  <a16:creationId xmlns:a16="http://schemas.microsoft.com/office/drawing/2014/main" id="{D46A2981-DE4B-4366-BD70-067B2A742E33}"/>
                </a:ext>
              </a:extLst>
            </p:cNvPr>
            <p:cNvSpPr/>
            <p:nvPr/>
          </p:nvSpPr>
          <p:spPr>
            <a:xfrm>
              <a:off x="65913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926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Forma Livre: Forma 147">
              <a:extLst>
                <a:ext uri="{FF2B5EF4-FFF2-40B4-BE49-F238E27FC236}">
                  <a16:creationId xmlns:a16="http://schemas.microsoft.com/office/drawing/2014/main" id="{77C9C132-E20A-418E-9CB0-371ED0FB1B10}"/>
                </a:ext>
              </a:extLst>
            </p:cNvPr>
            <p:cNvSpPr/>
            <p:nvPr/>
          </p:nvSpPr>
          <p:spPr>
            <a:xfrm>
              <a:off x="57912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808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Forma Livre: Forma 148">
              <a:extLst>
                <a:ext uri="{FF2B5EF4-FFF2-40B4-BE49-F238E27FC236}">
                  <a16:creationId xmlns:a16="http://schemas.microsoft.com/office/drawing/2014/main" id="{F9DE4A1D-4A2D-433E-9938-725EC58B2E75}"/>
                </a:ext>
              </a:extLst>
            </p:cNvPr>
            <p:cNvSpPr/>
            <p:nvPr/>
          </p:nvSpPr>
          <p:spPr>
            <a:xfrm>
              <a:off x="49911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6D9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Forma Livre: Forma 149">
              <a:extLst>
                <a:ext uri="{FF2B5EF4-FFF2-40B4-BE49-F238E27FC236}">
                  <a16:creationId xmlns:a16="http://schemas.microsoft.com/office/drawing/2014/main" id="{0578B4D0-CEB0-4E48-B00A-660ED5FC356E}"/>
                </a:ext>
              </a:extLst>
            </p:cNvPr>
            <p:cNvSpPr/>
            <p:nvPr/>
          </p:nvSpPr>
          <p:spPr>
            <a:xfrm>
              <a:off x="41910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5BA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E2E014F0-2B15-45B6-99E2-2D9866E39F56}"/>
                </a:ext>
              </a:extLst>
            </p:cNvPr>
            <p:cNvSpPr/>
            <p:nvPr/>
          </p:nvSpPr>
          <p:spPr>
            <a:xfrm>
              <a:off x="33909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9B6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52E2B0A0-6194-4600-BFA0-3051035BF2BD}"/>
                </a:ext>
              </a:extLst>
            </p:cNvPr>
            <p:cNvSpPr/>
            <p:nvPr/>
          </p:nvSpPr>
          <p:spPr>
            <a:xfrm>
              <a:off x="25908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7C8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436D6E1E-6C2E-4E8C-83A8-276712CB8652}"/>
                </a:ext>
              </a:extLst>
            </p:cNvPr>
            <p:cNvSpPr/>
            <p:nvPr/>
          </p:nvSpPr>
          <p:spPr>
            <a:xfrm>
              <a:off x="17907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24D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D649E473-3F65-4F8B-B2B5-1B4BB7F2E061}"/>
                </a:ext>
              </a:extLst>
            </p:cNvPr>
            <p:cNvSpPr/>
            <p:nvPr/>
          </p:nvSpPr>
          <p:spPr>
            <a:xfrm>
              <a:off x="9906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2E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17244C8A-5EB3-4FD0-A96A-EAA3CF01526A}"/>
                </a:ext>
              </a:extLst>
            </p:cNvPr>
            <p:cNvSpPr/>
            <p:nvPr/>
          </p:nvSpPr>
          <p:spPr>
            <a:xfrm>
              <a:off x="190500" y="552926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Forma Livre: Forma 155">
              <a:extLst>
                <a:ext uri="{FF2B5EF4-FFF2-40B4-BE49-F238E27FC236}">
                  <a16:creationId xmlns:a16="http://schemas.microsoft.com/office/drawing/2014/main" id="{3B2FA11E-C538-4C9D-AE36-305AF4339214}"/>
                </a:ext>
              </a:extLst>
            </p:cNvPr>
            <p:cNvSpPr/>
            <p:nvPr/>
          </p:nvSpPr>
          <p:spPr>
            <a:xfrm>
              <a:off x="113919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0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BDF8F4D2-22D3-4C9C-8B0C-5D4B0A8021AD}"/>
                </a:ext>
              </a:extLst>
            </p:cNvPr>
            <p:cNvSpPr/>
            <p:nvPr/>
          </p:nvSpPr>
          <p:spPr>
            <a:xfrm>
              <a:off x="105918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D1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7A720160-648B-4488-B428-66548A19D08D}"/>
                </a:ext>
              </a:extLst>
            </p:cNvPr>
            <p:cNvSpPr/>
            <p:nvPr/>
          </p:nvSpPr>
          <p:spPr>
            <a:xfrm>
              <a:off x="97917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DB2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C82D3361-9449-496A-A2CC-3C4C55552707}"/>
                </a:ext>
              </a:extLst>
            </p:cNvPr>
            <p:cNvSpPr/>
            <p:nvPr/>
          </p:nvSpPr>
          <p:spPr>
            <a:xfrm>
              <a:off x="89916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C837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7B7E40BB-C8CF-412D-8F47-3DB4779152FF}"/>
                </a:ext>
              </a:extLst>
            </p:cNvPr>
            <p:cNvSpPr/>
            <p:nvPr/>
          </p:nvSpPr>
          <p:spPr>
            <a:xfrm>
              <a:off x="81915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B649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A6F2A71D-4B05-4C60-B093-7A0AE9DAA87E}"/>
                </a:ext>
              </a:extLst>
            </p:cNvPr>
            <p:cNvSpPr/>
            <p:nvPr/>
          </p:nvSpPr>
          <p:spPr>
            <a:xfrm>
              <a:off x="73914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A45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55BE5616-3250-4DE5-BEE6-E55D7D59F851}"/>
                </a:ext>
              </a:extLst>
            </p:cNvPr>
            <p:cNvSpPr/>
            <p:nvPr/>
          </p:nvSpPr>
          <p:spPr>
            <a:xfrm>
              <a:off x="65913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926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Forma Livre: Forma 162">
              <a:extLst>
                <a:ext uri="{FF2B5EF4-FFF2-40B4-BE49-F238E27FC236}">
                  <a16:creationId xmlns:a16="http://schemas.microsoft.com/office/drawing/2014/main" id="{6F4FC2CD-22D5-4E0D-9E11-C80B41E7BB36}"/>
                </a:ext>
              </a:extLst>
            </p:cNvPr>
            <p:cNvSpPr/>
            <p:nvPr/>
          </p:nvSpPr>
          <p:spPr>
            <a:xfrm>
              <a:off x="57912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808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Forma Livre: Forma 163">
              <a:extLst>
                <a:ext uri="{FF2B5EF4-FFF2-40B4-BE49-F238E27FC236}">
                  <a16:creationId xmlns:a16="http://schemas.microsoft.com/office/drawing/2014/main" id="{B38D35CC-71F8-4C7E-9E9F-5CF90E58B9E3}"/>
                </a:ext>
              </a:extLst>
            </p:cNvPr>
            <p:cNvSpPr/>
            <p:nvPr/>
          </p:nvSpPr>
          <p:spPr>
            <a:xfrm>
              <a:off x="49911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6D9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Forma Livre: Forma 164">
              <a:extLst>
                <a:ext uri="{FF2B5EF4-FFF2-40B4-BE49-F238E27FC236}">
                  <a16:creationId xmlns:a16="http://schemas.microsoft.com/office/drawing/2014/main" id="{AF6897E4-254A-452F-9530-334EBDC985A5}"/>
                </a:ext>
              </a:extLst>
            </p:cNvPr>
            <p:cNvSpPr/>
            <p:nvPr/>
          </p:nvSpPr>
          <p:spPr>
            <a:xfrm>
              <a:off x="41910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5BA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Forma Livre: Forma 165">
              <a:extLst>
                <a:ext uri="{FF2B5EF4-FFF2-40B4-BE49-F238E27FC236}">
                  <a16:creationId xmlns:a16="http://schemas.microsoft.com/office/drawing/2014/main" id="{D33FCF73-1299-48C1-AF1A-8839B59EA6EA}"/>
                </a:ext>
              </a:extLst>
            </p:cNvPr>
            <p:cNvSpPr/>
            <p:nvPr/>
          </p:nvSpPr>
          <p:spPr>
            <a:xfrm>
              <a:off x="33909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9B6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9DFC5925-697A-4803-975C-E57421B87048}"/>
                </a:ext>
              </a:extLst>
            </p:cNvPr>
            <p:cNvSpPr/>
            <p:nvPr/>
          </p:nvSpPr>
          <p:spPr>
            <a:xfrm>
              <a:off x="25908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7C8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A4CCE6F7-C858-4D54-A596-EE9D9FB3242D}"/>
                </a:ext>
              </a:extLst>
            </p:cNvPr>
            <p:cNvSpPr/>
            <p:nvPr/>
          </p:nvSpPr>
          <p:spPr>
            <a:xfrm>
              <a:off x="17907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24D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58F9DE81-6F86-4AB1-A052-47C56CF6143D}"/>
                </a:ext>
              </a:extLst>
            </p:cNvPr>
            <p:cNvSpPr/>
            <p:nvPr/>
          </p:nvSpPr>
          <p:spPr>
            <a:xfrm>
              <a:off x="9906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2E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C960FF87-27AF-4C61-8E3F-97F7AE086747}"/>
                </a:ext>
              </a:extLst>
            </p:cNvPr>
            <p:cNvSpPr/>
            <p:nvPr/>
          </p:nvSpPr>
          <p:spPr>
            <a:xfrm>
              <a:off x="190500" y="6196012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Forma Livre: Forma 170">
              <a:extLst>
                <a:ext uri="{FF2B5EF4-FFF2-40B4-BE49-F238E27FC236}">
                  <a16:creationId xmlns:a16="http://schemas.microsoft.com/office/drawing/2014/main" id="{7998624A-BB7F-467F-8FFE-7CBF1B21D893}"/>
                </a:ext>
              </a:extLst>
            </p:cNvPr>
            <p:cNvSpPr/>
            <p:nvPr/>
          </p:nvSpPr>
          <p:spPr>
            <a:xfrm>
              <a:off x="113919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0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Forma Livre: Forma 171">
              <a:extLst>
                <a:ext uri="{FF2B5EF4-FFF2-40B4-BE49-F238E27FC236}">
                  <a16:creationId xmlns:a16="http://schemas.microsoft.com/office/drawing/2014/main" id="{79005FED-005A-4E41-9BD1-EEE4FFAFD869}"/>
                </a:ext>
              </a:extLst>
            </p:cNvPr>
            <p:cNvSpPr/>
            <p:nvPr/>
          </p:nvSpPr>
          <p:spPr>
            <a:xfrm>
              <a:off x="105918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D1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" name="Forma Livre: Forma 172">
              <a:extLst>
                <a:ext uri="{FF2B5EF4-FFF2-40B4-BE49-F238E27FC236}">
                  <a16:creationId xmlns:a16="http://schemas.microsoft.com/office/drawing/2014/main" id="{C108E026-B486-4AB1-9132-C78E72F133E3}"/>
                </a:ext>
              </a:extLst>
            </p:cNvPr>
            <p:cNvSpPr/>
            <p:nvPr/>
          </p:nvSpPr>
          <p:spPr>
            <a:xfrm>
              <a:off x="97917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DB2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Forma Livre: Forma 173">
              <a:extLst>
                <a:ext uri="{FF2B5EF4-FFF2-40B4-BE49-F238E27FC236}">
                  <a16:creationId xmlns:a16="http://schemas.microsoft.com/office/drawing/2014/main" id="{07D36285-9EE1-4D10-AC93-DA2E89F1630E}"/>
                </a:ext>
              </a:extLst>
            </p:cNvPr>
            <p:cNvSpPr/>
            <p:nvPr/>
          </p:nvSpPr>
          <p:spPr>
            <a:xfrm>
              <a:off x="89916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C837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Forma Livre: Forma 174">
              <a:extLst>
                <a:ext uri="{FF2B5EF4-FFF2-40B4-BE49-F238E27FC236}">
                  <a16:creationId xmlns:a16="http://schemas.microsoft.com/office/drawing/2014/main" id="{1AB6EB40-CCA9-4BFA-8A1C-925D77522AB0}"/>
                </a:ext>
              </a:extLst>
            </p:cNvPr>
            <p:cNvSpPr/>
            <p:nvPr/>
          </p:nvSpPr>
          <p:spPr>
            <a:xfrm>
              <a:off x="81915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B649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Forma Livre: Forma 175">
              <a:extLst>
                <a:ext uri="{FF2B5EF4-FFF2-40B4-BE49-F238E27FC236}">
                  <a16:creationId xmlns:a16="http://schemas.microsoft.com/office/drawing/2014/main" id="{3319B804-FB7A-4215-937D-8A25AF528CED}"/>
                </a:ext>
              </a:extLst>
            </p:cNvPr>
            <p:cNvSpPr/>
            <p:nvPr/>
          </p:nvSpPr>
          <p:spPr>
            <a:xfrm>
              <a:off x="73914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A45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Forma Livre: Forma 176">
              <a:extLst>
                <a:ext uri="{FF2B5EF4-FFF2-40B4-BE49-F238E27FC236}">
                  <a16:creationId xmlns:a16="http://schemas.microsoft.com/office/drawing/2014/main" id="{8AA5685E-7B00-4144-A914-249D10104065}"/>
                </a:ext>
              </a:extLst>
            </p:cNvPr>
            <p:cNvSpPr/>
            <p:nvPr/>
          </p:nvSpPr>
          <p:spPr>
            <a:xfrm>
              <a:off x="65913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926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Forma Livre: Forma 177">
              <a:extLst>
                <a:ext uri="{FF2B5EF4-FFF2-40B4-BE49-F238E27FC236}">
                  <a16:creationId xmlns:a16="http://schemas.microsoft.com/office/drawing/2014/main" id="{3D5DDBE3-E484-4375-9629-E926FD4D505C}"/>
                </a:ext>
              </a:extLst>
            </p:cNvPr>
            <p:cNvSpPr/>
            <p:nvPr/>
          </p:nvSpPr>
          <p:spPr>
            <a:xfrm>
              <a:off x="57912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8080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Forma Livre: Forma 178">
              <a:extLst>
                <a:ext uri="{FF2B5EF4-FFF2-40B4-BE49-F238E27FC236}">
                  <a16:creationId xmlns:a16="http://schemas.microsoft.com/office/drawing/2014/main" id="{C748BF19-D571-4576-8945-442D691BA4F6}"/>
                </a:ext>
              </a:extLst>
            </p:cNvPr>
            <p:cNvSpPr/>
            <p:nvPr/>
          </p:nvSpPr>
          <p:spPr>
            <a:xfrm>
              <a:off x="49911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6D92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Forma Livre: Forma 179">
              <a:extLst>
                <a:ext uri="{FF2B5EF4-FFF2-40B4-BE49-F238E27FC236}">
                  <a16:creationId xmlns:a16="http://schemas.microsoft.com/office/drawing/2014/main" id="{9B3AC335-59E8-46AF-8F22-7A6B54AFB586}"/>
                </a:ext>
              </a:extLst>
            </p:cNvPr>
            <p:cNvSpPr/>
            <p:nvPr/>
          </p:nvSpPr>
          <p:spPr>
            <a:xfrm>
              <a:off x="41910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5BA4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" name="Forma Livre: Forma 180">
              <a:extLst>
                <a:ext uri="{FF2B5EF4-FFF2-40B4-BE49-F238E27FC236}">
                  <a16:creationId xmlns:a16="http://schemas.microsoft.com/office/drawing/2014/main" id="{645E2511-CF24-4678-8521-58057F5B2042}"/>
                </a:ext>
              </a:extLst>
            </p:cNvPr>
            <p:cNvSpPr/>
            <p:nvPr/>
          </p:nvSpPr>
          <p:spPr>
            <a:xfrm>
              <a:off x="33909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49B6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" name="Forma Livre: Forma 181">
              <a:extLst>
                <a:ext uri="{FF2B5EF4-FFF2-40B4-BE49-F238E27FC236}">
                  <a16:creationId xmlns:a16="http://schemas.microsoft.com/office/drawing/2014/main" id="{F3BAB165-2DA3-455A-BA46-F84C14DB0E4D}"/>
                </a:ext>
              </a:extLst>
            </p:cNvPr>
            <p:cNvSpPr/>
            <p:nvPr/>
          </p:nvSpPr>
          <p:spPr>
            <a:xfrm>
              <a:off x="25908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7C8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" name="Forma Livre: Forma 182">
              <a:extLst>
                <a:ext uri="{FF2B5EF4-FFF2-40B4-BE49-F238E27FC236}">
                  <a16:creationId xmlns:a16="http://schemas.microsoft.com/office/drawing/2014/main" id="{358455D7-FA01-4C7C-85A9-D8C831F1DCF4}"/>
                </a:ext>
              </a:extLst>
            </p:cNvPr>
            <p:cNvSpPr/>
            <p:nvPr/>
          </p:nvSpPr>
          <p:spPr>
            <a:xfrm>
              <a:off x="17907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24DB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" name="Forma Livre: Forma 183">
              <a:extLst>
                <a:ext uri="{FF2B5EF4-FFF2-40B4-BE49-F238E27FC236}">
                  <a16:creationId xmlns:a16="http://schemas.microsoft.com/office/drawing/2014/main" id="{A3AEF66D-4446-4615-81F2-315B95CCE804}"/>
                </a:ext>
              </a:extLst>
            </p:cNvPr>
            <p:cNvSpPr/>
            <p:nvPr/>
          </p:nvSpPr>
          <p:spPr>
            <a:xfrm>
              <a:off x="9906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12ED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" name="Forma Livre: Forma 184">
              <a:extLst>
                <a:ext uri="{FF2B5EF4-FFF2-40B4-BE49-F238E27FC236}">
                  <a16:creationId xmlns:a16="http://schemas.microsoft.com/office/drawing/2014/main" id="{FC6EDFFE-BD47-4DBE-861F-B86D4745A9AC}"/>
                </a:ext>
              </a:extLst>
            </p:cNvPr>
            <p:cNvSpPr/>
            <p:nvPr/>
          </p:nvSpPr>
          <p:spPr>
            <a:xfrm>
              <a:off x="190500" y="185737"/>
              <a:ext cx="609600" cy="476250"/>
            </a:xfrm>
            <a:custGeom>
              <a:avLst/>
              <a:gdLst>
                <a:gd name="connsiteX0" fmla="*/ 0 w 609600"/>
                <a:gd name="connsiteY0" fmla="*/ 0 h 476250"/>
                <a:gd name="connsiteX1" fmla="*/ 609600 w 609600"/>
                <a:gd name="connsiteY1" fmla="*/ 0 h 476250"/>
                <a:gd name="connsiteX2" fmla="*/ 609600 w 609600"/>
                <a:gd name="connsiteY2" fmla="*/ 476250 h 476250"/>
                <a:gd name="connsiteX3" fmla="*/ 0 w 6096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9600" h="476250">
                  <a:moveTo>
                    <a:pt x="0" y="0"/>
                  </a:moveTo>
                  <a:lnTo>
                    <a:pt x="609600" y="0"/>
                  </a:lnTo>
                  <a:lnTo>
                    <a:pt x="6096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EDCE4DA4-360A-45F0-A811-0DF484FC189B}"/>
              </a:ext>
            </a:extLst>
          </p:cNvPr>
          <p:cNvSpPr txBox="1"/>
          <p:nvPr/>
        </p:nvSpPr>
        <p:spPr>
          <a:xfrm>
            <a:off x="1224507" y="447223"/>
            <a:ext cx="2262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8512486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8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44</Words>
  <Application>Microsoft Office PowerPoint</Application>
  <PresentationFormat>Widescreen</PresentationFormat>
  <Paragraphs>10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Poppins</vt:lpstr>
      <vt:lpstr>Segoe UI Semibold</vt:lpstr>
      <vt:lpstr>Tema do Office</vt:lpstr>
      <vt:lpstr>8_Tema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 Neves</dc:creator>
  <cp:lastModifiedBy>Abraao Barbosa</cp:lastModifiedBy>
  <cp:revision>55</cp:revision>
  <dcterms:created xsi:type="dcterms:W3CDTF">2020-05-27T20:02:15Z</dcterms:created>
  <dcterms:modified xsi:type="dcterms:W3CDTF">2024-12-10T02:05:04Z</dcterms:modified>
</cp:coreProperties>
</file>